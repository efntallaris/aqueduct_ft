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4" r:id="rId3"/>
    <p:sldId id="258" r:id="rId4"/>
    <p:sldId id="263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39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20"/>
  </p:normalViewPr>
  <p:slideViewPr>
    <p:cSldViewPr snapToGrid="0" snapToObjects="1">
      <p:cViewPr>
        <p:scale>
          <a:sx n="210" d="100"/>
          <a:sy n="210" d="100"/>
        </p:scale>
        <p:origin x="1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2DD42-D8DC-5249-B4C6-652515FC4AC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86128-B7EF-4943-B243-94CFE490634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74475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86128-B7EF-4943-B243-94CFE490634A}" type="slidenum">
              <a:rPr lang="en-GR" smtClean="0"/>
              <a:t>4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906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030E-0D35-CEAD-AC9F-D23D7AC51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72782-2E2D-7A75-D736-D2EE33DA6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E387C-2684-4315-4460-AD904D17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DB0D-DEC9-2410-0448-3037FBAE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40E-CE66-BFDD-9F19-C03D39F7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5952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5FE1-0675-0521-7AEC-D0900511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4819-8081-309C-3CE5-65C58686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F041C-9786-F4DB-19DB-55CBEA26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1396A-C893-28F7-8079-CD7F328E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1EEB2-4C0E-F7B4-4D05-DF8DD03F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9835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DB46-2359-4629-469E-82B06A58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2C65E-D44A-260C-22D9-2F90E72EB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AC151-CBB7-8377-D15E-7220CBE5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A3C0-E298-35BB-EF16-775A87E1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B0DA3-BFF3-40F4-1A06-B9DA7B52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9671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48D0-7AC8-DD21-42C1-2B6C961B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A639-9A92-F17F-E67B-FCB957F5B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2CC70-6B03-3364-A9E3-14D2C0CC4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24A80-DB09-77EB-D590-164B9A9E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0A200-3C35-F7AF-615B-88FA35A1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72B86-28AC-792C-0CA0-C54357BD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1637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0665-B9C7-A298-B08D-5C40064C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449B1-3107-9A3D-68D6-E32498CDF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C750C-01E4-3025-10C9-0C73E34E1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A1F2B-2F6D-09C3-630F-E3A33C13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2ED82-DB9A-F04B-BF75-7B3CB6D23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2C8F8-6BF3-656F-64DD-CF2FA1EF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88487-FF2F-4C7F-5565-78977BA8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1B868-E933-0B71-A951-14834488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4012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02C0-CA5E-550B-00FD-BC4D4ED2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21B66-C6EF-1A22-5AC5-052FA4D3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019EF-50A2-52BE-E4A4-E8001AC1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AC5C5-5605-574E-7A79-4CDA537B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2549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9EF01-0FB0-0A67-79DC-75637579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374CC-3844-5920-E2C9-C20B1F05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87E2B-5B64-4CFD-4D81-37732F9D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7771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C9A2-E381-BAAB-4F68-D21BB6D8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2CFF9-2DF3-257F-6F39-D45E402B9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242DC-139E-3CD7-B854-42BF83DBA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4C1EF-C443-349F-3B94-DC75F7FF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74D28-01C1-DD86-DD7B-DE6BD3F7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49855-B5F7-5B30-A867-03A57A2F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4672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C647-9C17-330F-0F2E-54F71870C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325BF-7E18-4585-23A1-0DB958005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1C31E-A9D2-2115-B7EB-C5ECD0EF8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71C5B-5103-91BE-B403-7FAA00FB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5FE13-6FD2-9DCC-83DC-6C09569E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691C0-95D6-8354-DCBF-6E3BEADD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5229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67F4-469B-C2FB-E49D-B36F82A5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EC613-4DFF-7A11-6FEF-91A0D9B31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85966-489A-F857-8FCA-08F77E3F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7C738-2348-4774-5FEB-B83D0A69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5BE13-BF60-3F45-77F2-FEC04E36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230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948D8A-B979-B444-B389-14BEB2E5C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15BA8-4C72-1877-3870-D9B736DD9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E76C8-8559-89F7-0445-B07E2AD0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1B94-48BF-EF07-471A-083F8DAD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FE53E-1E68-B1A7-7BE5-B811D530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7020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5CBAE-4EC1-4A22-D6D4-E5AC8D4A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09388-0CC3-B359-0CF8-B99B069E6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5DEB2-0F35-4341-2708-5E5F76669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5FBCA-634A-A444-8B93-43D1555FD83E}" type="datetimeFigureOut">
              <a:rPr lang="en-GR" smtClean="0"/>
              <a:t>26/4/25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D691-5D8B-8154-2A72-FBDBF82CF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0B27-F319-B2F3-A082-4CDE693A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9F185-B9F9-E842-ABD4-A74C6A9D161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82529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riangle 50">
            <a:extLst>
              <a:ext uri="{FF2B5EF4-FFF2-40B4-BE49-F238E27FC236}">
                <a16:creationId xmlns:a16="http://schemas.microsoft.com/office/drawing/2014/main" id="{A7936D16-22B4-6AE6-D739-4759700C0D8A}"/>
              </a:ext>
            </a:extLst>
          </p:cNvPr>
          <p:cNvSpPr/>
          <p:nvPr/>
        </p:nvSpPr>
        <p:spPr>
          <a:xfrm>
            <a:off x="3785798" y="3121863"/>
            <a:ext cx="1076872" cy="491901"/>
          </a:xfrm>
          <a:prstGeom prst="triangle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C0C5EF0-B6C5-185B-B2DE-582CC508CCB2}"/>
              </a:ext>
            </a:extLst>
          </p:cNvPr>
          <p:cNvSpPr/>
          <p:nvPr/>
        </p:nvSpPr>
        <p:spPr>
          <a:xfrm>
            <a:off x="2404085" y="3549237"/>
            <a:ext cx="4323719" cy="1157491"/>
          </a:xfrm>
          <a:prstGeom prst="roundRect">
            <a:avLst/>
          </a:prstGeom>
          <a:solidFill>
            <a:schemeClr val="bg2">
              <a:alpha val="60000"/>
            </a:schemeClr>
          </a:solidFill>
          <a:ln w="25400">
            <a:solidFill>
              <a:srgbClr val="4343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7FE29-3C29-BEF3-5903-0E27B6E42ADC}"/>
              </a:ext>
            </a:extLst>
          </p:cNvPr>
          <p:cNvSpPr/>
          <p:nvPr/>
        </p:nvSpPr>
        <p:spPr>
          <a:xfrm>
            <a:off x="5774535" y="3666514"/>
            <a:ext cx="576000" cy="540000"/>
          </a:xfrm>
          <a:prstGeom prst="rect">
            <a:avLst/>
          </a:prstGeom>
          <a:solidFill>
            <a:srgbClr val="18739C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4231FA-5E65-C677-D7A1-EA62A8C59C4F}"/>
              </a:ext>
            </a:extLst>
          </p:cNvPr>
          <p:cNvSpPr/>
          <p:nvPr/>
        </p:nvSpPr>
        <p:spPr>
          <a:xfrm>
            <a:off x="2652366" y="3670892"/>
            <a:ext cx="576000" cy="540000"/>
          </a:xfrm>
          <a:prstGeom prst="rect">
            <a:avLst/>
          </a:prstGeom>
          <a:solidFill>
            <a:srgbClr val="18739C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EA6F6EC-AA3A-699C-6675-BAB014189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644737"/>
              </p:ext>
            </p:extLst>
          </p:nvPr>
        </p:nvGraphicFramePr>
        <p:xfrm>
          <a:off x="2032000" y="719666"/>
          <a:ext cx="657412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412">
                  <a:extLst>
                    <a:ext uri="{9D8B030D-6E8A-4147-A177-3AD203B41FA5}">
                      <a16:colId xmlns:a16="http://schemas.microsoft.com/office/drawing/2014/main" val="3191637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42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sz="1600" dirty="0"/>
                        <a:t>Slot</a:t>
                      </a:r>
                      <a:r>
                        <a:rPr lang="en-GR" sz="1600" baseline="-25000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7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50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sz="1600" dirty="0"/>
                        <a:t>Slot</a:t>
                      </a:r>
                      <a:r>
                        <a:rPr lang="en-GR" sz="1600" baseline="-25000" dirty="0"/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937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57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R" sz="1600" dirty="0"/>
                        <a:t>Slot</a:t>
                      </a:r>
                      <a:r>
                        <a:rPr lang="en-GR" sz="1600" baseline="-250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8842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E0BA0D3-C8E3-A440-FE24-3EAD85B8063E}"/>
              </a:ext>
            </a:extLst>
          </p:cNvPr>
          <p:cNvSpPr/>
          <p:nvPr/>
        </p:nvSpPr>
        <p:spPr>
          <a:xfrm>
            <a:off x="3060000" y="1090052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FCBE1-43BF-27F5-89A8-034B115AE25E}"/>
              </a:ext>
            </a:extLst>
          </p:cNvPr>
          <p:cNvSpPr/>
          <p:nvPr/>
        </p:nvSpPr>
        <p:spPr>
          <a:xfrm>
            <a:off x="4104000" y="1090052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49050-46F7-5CA2-9A7B-55EF5B706A9E}"/>
              </a:ext>
            </a:extLst>
          </p:cNvPr>
          <p:cNvSpPr/>
          <p:nvPr/>
        </p:nvSpPr>
        <p:spPr>
          <a:xfrm>
            <a:off x="5165211" y="1090052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E58C17-3E0B-3F7B-A9D5-6BA2990B92C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744000" y="1234052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2FCC75-EAE1-F564-E4F1-5B51E60630DA}"/>
              </a:ext>
            </a:extLst>
          </p:cNvPr>
          <p:cNvCxnSpPr/>
          <p:nvPr/>
        </p:nvCxnSpPr>
        <p:spPr>
          <a:xfrm>
            <a:off x="4802850" y="125502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67E78F0-353A-5E93-972B-2E464522DF4F}"/>
              </a:ext>
            </a:extLst>
          </p:cNvPr>
          <p:cNvSpPr/>
          <p:nvPr/>
        </p:nvSpPr>
        <p:spPr>
          <a:xfrm>
            <a:off x="3060000" y="1883841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9F1DE-4F37-4D8D-10AB-C8B6DA42A85B}"/>
              </a:ext>
            </a:extLst>
          </p:cNvPr>
          <p:cNvSpPr/>
          <p:nvPr/>
        </p:nvSpPr>
        <p:spPr>
          <a:xfrm>
            <a:off x="4104000" y="1883841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73DA36-4EE9-D3D2-526B-0AD9B66E333C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744000" y="2027841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B07F3-AFE4-7FEB-12D0-404F5D3C5DEC}"/>
              </a:ext>
            </a:extLst>
          </p:cNvPr>
          <p:cNvSpPr/>
          <p:nvPr/>
        </p:nvSpPr>
        <p:spPr>
          <a:xfrm>
            <a:off x="3060000" y="2578670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1D4AF9-196F-CED3-87DE-C8CD5DC9B135}"/>
              </a:ext>
            </a:extLst>
          </p:cNvPr>
          <p:cNvSpPr/>
          <p:nvPr/>
        </p:nvSpPr>
        <p:spPr>
          <a:xfrm>
            <a:off x="4104000" y="2578670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96A214-2842-2F86-E204-320139C2ED6A}"/>
              </a:ext>
            </a:extLst>
          </p:cNvPr>
          <p:cNvSpPr/>
          <p:nvPr/>
        </p:nvSpPr>
        <p:spPr>
          <a:xfrm>
            <a:off x="5165211" y="2578670"/>
            <a:ext cx="684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1F5143-92ED-D364-D4FD-4C01864218F5}"/>
              </a:ext>
            </a:extLst>
          </p:cNvPr>
          <p:cNvCxnSpPr>
            <a:cxnSpLocks/>
          </p:cNvCxnSpPr>
          <p:nvPr/>
        </p:nvCxnSpPr>
        <p:spPr>
          <a:xfrm>
            <a:off x="3744000" y="2735196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92E286-1D93-6671-80D9-3A17A881175C}"/>
              </a:ext>
            </a:extLst>
          </p:cNvPr>
          <p:cNvCxnSpPr/>
          <p:nvPr/>
        </p:nvCxnSpPr>
        <p:spPr>
          <a:xfrm>
            <a:off x="4802850" y="2743645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DE535-E791-3B35-5EAB-E3C648D5A1D8}"/>
              </a:ext>
            </a:extLst>
          </p:cNvPr>
          <p:cNvCxnSpPr/>
          <p:nvPr/>
        </p:nvCxnSpPr>
        <p:spPr>
          <a:xfrm>
            <a:off x="2689412" y="125652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23CD0A-D535-184C-2B60-4C75F1F73899}"/>
              </a:ext>
            </a:extLst>
          </p:cNvPr>
          <p:cNvCxnSpPr/>
          <p:nvPr/>
        </p:nvCxnSpPr>
        <p:spPr>
          <a:xfrm>
            <a:off x="2702406" y="2045043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46D119-D99B-6F0D-19D8-409D3C2E28C3}"/>
              </a:ext>
            </a:extLst>
          </p:cNvPr>
          <p:cNvCxnSpPr/>
          <p:nvPr/>
        </p:nvCxnSpPr>
        <p:spPr>
          <a:xfrm>
            <a:off x="2689412" y="2758492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F992BE-3ED4-F013-13EB-ACE4B197EFF7}"/>
              </a:ext>
            </a:extLst>
          </p:cNvPr>
          <p:cNvSpPr txBox="1"/>
          <p:nvPr/>
        </p:nvSpPr>
        <p:spPr>
          <a:xfrm rot="16200000">
            <a:off x="1200877" y="1485560"/>
            <a:ext cx="1259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600" dirty="0"/>
              <a:t>Slots-map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3D5790-D7F9-6A80-E7B0-616A299CA9C5}"/>
              </a:ext>
            </a:extLst>
          </p:cNvPr>
          <p:cNvSpPr txBox="1"/>
          <p:nvPr/>
        </p:nvSpPr>
        <p:spPr>
          <a:xfrm>
            <a:off x="3466052" y="468467"/>
            <a:ext cx="1959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400" dirty="0"/>
              <a:t>Allocated blocks for Slot</a:t>
            </a:r>
            <a:r>
              <a:rPr lang="en-GR" sz="1400" baseline="-25000" dirty="0"/>
              <a:t>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0BD20-4CE2-F94C-7980-3E4810F071F6}"/>
              </a:ext>
            </a:extLst>
          </p:cNvPr>
          <p:cNvSpPr/>
          <p:nvPr/>
        </p:nvSpPr>
        <p:spPr>
          <a:xfrm>
            <a:off x="4650603" y="3671542"/>
            <a:ext cx="1123932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64478E-406E-F818-419B-B9BFFA006780}"/>
              </a:ext>
            </a:extLst>
          </p:cNvPr>
          <p:cNvSpPr/>
          <p:nvPr/>
        </p:nvSpPr>
        <p:spPr>
          <a:xfrm>
            <a:off x="3229278" y="3667048"/>
            <a:ext cx="360000" cy="54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AE298-00AA-CE5F-588D-0C444A843BF1}"/>
              </a:ext>
            </a:extLst>
          </p:cNvPr>
          <p:cNvSpPr txBox="1"/>
          <p:nvPr/>
        </p:nvSpPr>
        <p:spPr>
          <a:xfrm>
            <a:off x="2575400" y="3682462"/>
            <a:ext cx="743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200" dirty="0"/>
              <a:t>Block</a:t>
            </a:r>
          </a:p>
          <a:p>
            <a:pPr algn="ctr"/>
            <a:r>
              <a:rPr lang="en-GR" sz="1200" dirty="0"/>
              <a:t>Prologue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4F5EA9-139A-22C6-3830-2719A7C8EFD0}"/>
              </a:ext>
            </a:extLst>
          </p:cNvPr>
          <p:cNvSpPr txBox="1"/>
          <p:nvPr/>
        </p:nvSpPr>
        <p:spPr>
          <a:xfrm>
            <a:off x="5701699" y="3682461"/>
            <a:ext cx="721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200" dirty="0"/>
              <a:t>Block</a:t>
            </a:r>
          </a:p>
          <a:p>
            <a:pPr algn="ctr"/>
            <a:r>
              <a:rPr lang="en-GR" sz="1200" dirty="0"/>
              <a:t>Epilogue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E4FBFE-6015-4CC3-E2C1-B8380F4977DC}"/>
              </a:ext>
            </a:extLst>
          </p:cNvPr>
          <p:cNvSpPr/>
          <p:nvPr/>
        </p:nvSpPr>
        <p:spPr>
          <a:xfrm>
            <a:off x="3590189" y="3666514"/>
            <a:ext cx="360000" cy="54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D33F97-AFE2-BB6F-7C0F-65DF9C806846}"/>
              </a:ext>
            </a:extLst>
          </p:cNvPr>
          <p:cNvSpPr>
            <a:spLocks noChangeAspect="1"/>
          </p:cNvSpPr>
          <p:nvPr/>
        </p:nvSpPr>
        <p:spPr>
          <a:xfrm>
            <a:off x="2676854" y="4376267"/>
            <a:ext cx="144000" cy="144000"/>
          </a:xfrm>
          <a:prstGeom prst="rect">
            <a:avLst/>
          </a:prstGeom>
          <a:solidFill>
            <a:srgbClr val="156082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073742-C3C8-B0FF-3093-DFAEE93314C8}"/>
              </a:ext>
            </a:extLst>
          </p:cNvPr>
          <p:cNvSpPr>
            <a:spLocks noChangeAspect="1"/>
          </p:cNvSpPr>
          <p:nvPr/>
        </p:nvSpPr>
        <p:spPr>
          <a:xfrm>
            <a:off x="4134571" y="4376267"/>
            <a:ext cx="14400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736755-C3A6-900D-E07A-12822726A222}"/>
              </a:ext>
            </a:extLst>
          </p:cNvPr>
          <p:cNvSpPr>
            <a:spLocks noChangeAspect="1"/>
          </p:cNvSpPr>
          <p:nvPr/>
        </p:nvSpPr>
        <p:spPr>
          <a:xfrm>
            <a:off x="5378639" y="4376267"/>
            <a:ext cx="144000" cy="14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9990D5-C97E-80BE-A4B1-E1F9456FC60C}"/>
              </a:ext>
            </a:extLst>
          </p:cNvPr>
          <p:cNvSpPr txBox="1"/>
          <p:nvPr/>
        </p:nvSpPr>
        <p:spPr>
          <a:xfrm>
            <a:off x="2754574" y="4309102"/>
            <a:ext cx="1366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Metadata segment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813520-ED94-9C7F-BC0F-EB8661449A63}"/>
              </a:ext>
            </a:extLst>
          </p:cNvPr>
          <p:cNvSpPr txBox="1"/>
          <p:nvPr/>
        </p:nvSpPr>
        <p:spPr>
          <a:xfrm>
            <a:off x="4227649" y="4309767"/>
            <a:ext cx="107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Used segment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28D92F-5F1D-301C-7B40-BF7B7CC7F5D2}"/>
              </a:ext>
            </a:extLst>
          </p:cNvPr>
          <p:cNvSpPr txBox="1"/>
          <p:nvPr/>
        </p:nvSpPr>
        <p:spPr>
          <a:xfrm>
            <a:off x="5470876" y="4312429"/>
            <a:ext cx="1035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Free segment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E41896-681D-FD52-D5E4-9C3E4104831F}"/>
              </a:ext>
            </a:extLst>
          </p:cNvPr>
          <p:cNvSpPr/>
          <p:nvPr/>
        </p:nvSpPr>
        <p:spPr>
          <a:xfrm>
            <a:off x="3950096" y="3667607"/>
            <a:ext cx="360000" cy="54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A5AF32-EE32-4C99-9E53-7DB3BE0E5A99}"/>
              </a:ext>
            </a:extLst>
          </p:cNvPr>
          <p:cNvSpPr/>
          <p:nvPr/>
        </p:nvSpPr>
        <p:spPr>
          <a:xfrm>
            <a:off x="4308971" y="3667972"/>
            <a:ext cx="360000" cy="54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319CEBA-863B-BF1D-AA2C-9EFD986669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366910">
            <a:off x="4078284" y="2363092"/>
            <a:ext cx="1161836" cy="1104931"/>
          </a:xfrm>
          <a:prstGeom prst="rect">
            <a:avLst/>
          </a:prstGeom>
        </p:spPr>
      </p:pic>
      <p:sp>
        <p:nvSpPr>
          <p:cNvPr id="52" name="Right Brace 51">
            <a:extLst>
              <a:ext uri="{FF2B5EF4-FFF2-40B4-BE49-F238E27FC236}">
                <a16:creationId xmlns:a16="http://schemas.microsoft.com/office/drawing/2014/main" id="{C62BCCD0-5DB6-EACB-F9DB-4676D9326575}"/>
              </a:ext>
            </a:extLst>
          </p:cNvPr>
          <p:cNvSpPr/>
          <p:nvPr/>
        </p:nvSpPr>
        <p:spPr>
          <a:xfrm rot="16200000">
            <a:off x="4310533" y="-513653"/>
            <a:ext cx="287999" cy="2789356"/>
          </a:xfrm>
          <a:prstGeom prst="rightBrace">
            <a:avLst/>
          </a:prstGeom>
          <a:ln w="12700"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9949"/>
                      <a:gd name="connsiteY0" fmla="*/ 0 h 2216361"/>
                      <a:gd name="connsiteX1" fmla="*/ 214975 w 429949"/>
                      <a:gd name="connsiteY1" fmla="*/ 35828 h 2216361"/>
                      <a:gd name="connsiteX2" fmla="*/ 214975 w 429949"/>
                      <a:gd name="connsiteY2" fmla="*/ 574821 h 2216361"/>
                      <a:gd name="connsiteX3" fmla="*/ 214975 w 429949"/>
                      <a:gd name="connsiteY3" fmla="*/ 1072353 h 2216361"/>
                      <a:gd name="connsiteX4" fmla="*/ 429950 w 429949"/>
                      <a:gd name="connsiteY4" fmla="*/ 1108181 h 2216361"/>
                      <a:gd name="connsiteX5" fmla="*/ 214975 w 429949"/>
                      <a:gd name="connsiteY5" fmla="*/ 1144009 h 2216361"/>
                      <a:gd name="connsiteX6" fmla="*/ 214975 w 429949"/>
                      <a:gd name="connsiteY6" fmla="*/ 1641541 h 2216361"/>
                      <a:gd name="connsiteX7" fmla="*/ 214975 w 429949"/>
                      <a:gd name="connsiteY7" fmla="*/ 2180533 h 2216361"/>
                      <a:gd name="connsiteX8" fmla="*/ 0 w 429949"/>
                      <a:gd name="connsiteY8" fmla="*/ 2216361 h 2216361"/>
                      <a:gd name="connsiteX9" fmla="*/ 0 w 429949"/>
                      <a:gd name="connsiteY9" fmla="*/ 1617944 h 2216361"/>
                      <a:gd name="connsiteX10" fmla="*/ 0 w 429949"/>
                      <a:gd name="connsiteY10" fmla="*/ 1041690 h 2216361"/>
                      <a:gd name="connsiteX11" fmla="*/ 0 w 429949"/>
                      <a:gd name="connsiteY11" fmla="*/ 554090 h 2216361"/>
                      <a:gd name="connsiteX12" fmla="*/ 0 w 429949"/>
                      <a:gd name="connsiteY12" fmla="*/ 0 h 2216361"/>
                      <a:gd name="connsiteX0" fmla="*/ 0 w 429949"/>
                      <a:gd name="connsiteY0" fmla="*/ 0 h 2216361"/>
                      <a:gd name="connsiteX1" fmla="*/ 214975 w 429949"/>
                      <a:gd name="connsiteY1" fmla="*/ 35828 h 2216361"/>
                      <a:gd name="connsiteX2" fmla="*/ 214975 w 429949"/>
                      <a:gd name="connsiteY2" fmla="*/ 574821 h 2216361"/>
                      <a:gd name="connsiteX3" fmla="*/ 214975 w 429949"/>
                      <a:gd name="connsiteY3" fmla="*/ 1072353 h 2216361"/>
                      <a:gd name="connsiteX4" fmla="*/ 429950 w 429949"/>
                      <a:gd name="connsiteY4" fmla="*/ 1108181 h 2216361"/>
                      <a:gd name="connsiteX5" fmla="*/ 214975 w 429949"/>
                      <a:gd name="connsiteY5" fmla="*/ 1144009 h 2216361"/>
                      <a:gd name="connsiteX6" fmla="*/ 214975 w 429949"/>
                      <a:gd name="connsiteY6" fmla="*/ 1683001 h 2216361"/>
                      <a:gd name="connsiteX7" fmla="*/ 214975 w 429949"/>
                      <a:gd name="connsiteY7" fmla="*/ 2180533 h 2216361"/>
                      <a:gd name="connsiteX8" fmla="*/ 0 w 429949"/>
                      <a:gd name="connsiteY8" fmla="*/ 2216361 h 2216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29949" h="2216361" stroke="0" extrusionOk="0">
                        <a:moveTo>
                          <a:pt x="0" y="0"/>
                        </a:moveTo>
                        <a:cubicBezTo>
                          <a:pt x="114203" y="-2790"/>
                          <a:pt x="213775" y="16492"/>
                          <a:pt x="214975" y="35828"/>
                        </a:cubicBezTo>
                        <a:cubicBezTo>
                          <a:pt x="258381" y="236775"/>
                          <a:pt x="207737" y="317743"/>
                          <a:pt x="214975" y="574821"/>
                        </a:cubicBezTo>
                        <a:cubicBezTo>
                          <a:pt x="222213" y="831899"/>
                          <a:pt x="211523" y="851661"/>
                          <a:pt x="214975" y="1072353"/>
                        </a:cubicBezTo>
                        <a:cubicBezTo>
                          <a:pt x="190781" y="1078903"/>
                          <a:pt x="327253" y="1115840"/>
                          <a:pt x="429950" y="1108181"/>
                        </a:cubicBezTo>
                        <a:cubicBezTo>
                          <a:pt x="312094" y="1108284"/>
                          <a:pt x="216612" y="1120853"/>
                          <a:pt x="214975" y="1144009"/>
                        </a:cubicBezTo>
                        <a:cubicBezTo>
                          <a:pt x="231456" y="1308268"/>
                          <a:pt x="159802" y="1497441"/>
                          <a:pt x="214975" y="1641541"/>
                        </a:cubicBezTo>
                        <a:cubicBezTo>
                          <a:pt x="270148" y="1785641"/>
                          <a:pt x="176425" y="1917789"/>
                          <a:pt x="214975" y="2180533"/>
                        </a:cubicBezTo>
                        <a:cubicBezTo>
                          <a:pt x="235709" y="2211928"/>
                          <a:pt x="145716" y="2222850"/>
                          <a:pt x="0" y="2216361"/>
                        </a:cubicBezTo>
                        <a:cubicBezTo>
                          <a:pt x="-4059" y="2029261"/>
                          <a:pt x="26556" y="1748495"/>
                          <a:pt x="0" y="1617944"/>
                        </a:cubicBezTo>
                        <a:cubicBezTo>
                          <a:pt x="-26556" y="1487393"/>
                          <a:pt x="44361" y="1269266"/>
                          <a:pt x="0" y="1041690"/>
                        </a:cubicBezTo>
                        <a:cubicBezTo>
                          <a:pt x="-44361" y="814114"/>
                          <a:pt x="3449" y="685555"/>
                          <a:pt x="0" y="554090"/>
                        </a:cubicBezTo>
                        <a:cubicBezTo>
                          <a:pt x="-3449" y="422625"/>
                          <a:pt x="26949" y="114293"/>
                          <a:pt x="0" y="0"/>
                        </a:cubicBezTo>
                        <a:close/>
                      </a:path>
                      <a:path w="429949" h="2216361" fill="none" extrusionOk="0">
                        <a:moveTo>
                          <a:pt x="0" y="0"/>
                        </a:moveTo>
                        <a:cubicBezTo>
                          <a:pt x="119955" y="-5775"/>
                          <a:pt x="209485" y="16942"/>
                          <a:pt x="214975" y="35828"/>
                        </a:cubicBezTo>
                        <a:cubicBezTo>
                          <a:pt x="231137" y="151813"/>
                          <a:pt x="172136" y="357024"/>
                          <a:pt x="214975" y="574821"/>
                        </a:cubicBezTo>
                        <a:cubicBezTo>
                          <a:pt x="257814" y="792618"/>
                          <a:pt x="194914" y="917405"/>
                          <a:pt x="214975" y="1072353"/>
                        </a:cubicBezTo>
                        <a:cubicBezTo>
                          <a:pt x="193976" y="1104402"/>
                          <a:pt x="303273" y="1122396"/>
                          <a:pt x="429950" y="1108181"/>
                        </a:cubicBezTo>
                        <a:cubicBezTo>
                          <a:pt x="311700" y="1108535"/>
                          <a:pt x="214817" y="1127970"/>
                          <a:pt x="214975" y="1144009"/>
                        </a:cubicBezTo>
                        <a:cubicBezTo>
                          <a:pt x="278823" y="1260294"/>
                          <a:pt x="197167" y="1518801"/>
                          <a:pt x="214975" y="1683001"/>
                        </a:cubicBezTo>
                        <a:cubicBezTo>
                          <a:pt x="232783" y="1847201"/>
                          <a:pt x="163037" y="2075029"/>
                          <a:pt x="214975" y="2180533"/>
                        </a:cubicBezTo>
                        <a:cubicBezTo>
                          <a:pt x="209684" y="2203110"/>
                          <a:pt x="123511" y="2189001"/>
                          <a:pt x="0" y="221636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8129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EA6F6EC-AA3A-699C-6675-BAB01418931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657412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412">
                  <a:extLst>
                    <a:ext uri="{9D8B030D-6E8A-4147-A177-3AD203B41FA5}">
                      <a16:colId xmlns:a16="http://schemas.microsoft.com/office/drawing/2014/main" val="3191637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42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7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50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66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7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937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57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8842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E0BA0D3-C8E3-A440-FE24-3EAD85B8063E}"/>
              </a:ext>
            </a:extLst>
          </p:cNvPr>
          <p:cNvSpPr/>
          <p:nvPr/>
        </p:nvSpPr>
        <p:spPr>
          <a:xfrm>
            <a:off x="3177535" y="1090052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FCBE1-43BF-27F5-89A8-034B115AE25E}"/>
              </a:ext>
            </a:extLst>
          </p:cNvPr>
          <p:cNvSpPr/>
          <p:nvPr/>
        </p:nvSpPr>
        <p:spPr>
          <a:xfrm>
            <a:off x="4459488" y="1090052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49050-46F7-5CA2-9A7B-55EF5B706A9E}"/>
              </a:ext>
            </a:extLst>
          </p:cNvPr>
          <p:cNvSpPr/>
          <p:nvPr/>
        </p:nvSpPr>
        <p:spPr>
          <a:xfrm>
            <a:off x="5730685" y="1090052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E58C17-3E0B-3F7B-A9D5-6BA2990B92C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84359" y="1267553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2FCC75-EAE1-F564-E4F1-5B51E60630DA}"/>
              </a:ext>
            </a:extLst>
          </p:cNvPr>
          <p:cNvCxnSpPr/>
          <p:nvPr/>
        </p:nvCxnSpPr>
        <p:spPr>
          <a:xfrm>
            <a:off x="5266312" y="1267553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67E78F0-353A-5E93-972B-2E464522DF4F}"/>
              </a:ext>
            </a:extLst>
          </p:cNvPr>
          <p:cNvSpPr/>
          <p:nvPr/>
        </p:nvSpPr>
        <p:spPr>
          <a:xfrm>
            <a:off x="3177535" y="2203580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9F1DE-4F37-4D8D-10AB-C8B6DA42A85B}"/>
              </a:ext>
            </a:extLst>
          </p:cNvPr>
          <p:cNvSpPr/>
          <p:nvPr/>
        </p:nvSpPr>
        <p:spPr>
          <a:xfrm>
            <a:off x="4459488" y="2203580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73DA36-4EE9-D3D2-526B-0AD9B66E333C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984359" y="2381081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B07F3-AFE4-7FEB-12D0-404F5D3C5DEC}"/>
              </a:ext>
            </a:extLst>
          </p:cNvPr>
          <p:cNvSpPr/>
          <p:nvPr/>
        </p:nvSpPr>
        <p:spPr>
          <a:xfrm>
            <a:off x="3177535" y="3317096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1D4AF9-196F-CED3-87DE-C8CD5DC9B135}"/>
              </a:ext>
            </a:extLst>
          </p:cNvPr>
          <p:cNvSpPr/>
          <p:nvPr/>
        </p:nvSpPr>
        <p:spPr>
          <a:xfrm>
            <a:off x="4459488" y="3317096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96A214-2842-2F86-E204-320139C2ED6A}"/>
              </a:ext>
            </a:extLst>
          </p:cNvPr>
          <p:cNvSpPr/>
          <p:nvPr/>
        </p:nvSpPr>
        <p:spPr>
          <a:xfrm>
            <a:off x="5730685" y="3317096"/>
            <a:ext cx="806824" cy="355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1F5143-92ED-D364-D4FD-4C01864218F5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3984359" y="3494597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92E286-1D93-6671-80D9-3A17A881175C}"/>
              </a:ext>
            </a:extLst>
          </p:cNvPr>
          <p:cNvCxnSpPr/>
          <p:nvPr/>
        </p:nvCxnSpPr>
        <p:spPr>
          <a:xfrm>
            <a:off x="5266312" y="3494597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DE535-E791-3B35-5EAB-E3C648D5A1D8}"/>
              </a:ext>
            </a:extLst>
          </p:cNvPr>
          <p:cNvCxnSpPr/>
          <p:nvPr/>
        </p:nvCxnSpPr>
        <p:spPr>
          <a:xfrm>
            <a:off x="2689412" y="1262791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23CD0A-D535-184C-2B60-4C75F1F73899}"/>
              </a:ext>
            </a:extLst>
          </p:cNvPr>
          <p:cNvCxnSpPr/>
          <p:nvPr/>
        </p:nvCxnSpPr>
        <p:spPr>
          <a:xfrm>
            <a:off x="2702406" y="2396097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46D119-D99B-6F0D-19D8-409D3C2E28C3}"/>
              </a:ext>
            </a:extLst>
          </p:cNvPr>
          <p:cNvCxnSpPr/>
          <p:nvPr/>
        </p:nvCxnSpPr>
        <p:spPr>
          <a:xfrm>
            <a:off x="2689412" y="3509444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F992BE-3ED4-F013-13EB-ACE4B197EFF7}"/>
              </a:ext>
            </a:extLst>
          </p:cNvPr>
          <p:cNvSpPr txBox="1"/>
          <p:nvPr/>
        </p:nvSpPr>
        <p:spPr>
          <a:xfrm>
            <a:off x="2032000" y="39052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dirty="0"/>
              <a:t>Slots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D4012C-A4B9-89C4-98C6-07A52A90C794}"/>
              </a:ext>
            </a:extLst>
          </p:cNvPr>
          <p:cNvSpPr txBox="1"/>
          <p:nvPr/>
        </p:nvSpPr>
        <p:spPr>
          <a:xfrm>
            <a:off x="2092844" y="1106500"/>
            <a:ext cx="535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Slot</a:t>
            </a:r>
            <a:r>
              <a:rPr lang="en-GR" sz="1600" baseline="-25000" dirty="0"/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DD73D0-5F7B-257D-F01E-AA00E63F553F}"/>
              </a:ext>
            </a:extLst>
          </p:cNvPr>
          <p:cNvSpPr txBox="1"/>
          <p:nvPr/>
        </p:nvSpPr>
        <p:spPr>
          <a:xfrm>
            <a:off x="2102849" y="2211804"/>
            <a:ext cx="535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Slot</a:t>
            </a:r>
            <a:r>
              <a:rPr lang="en-GR" sz="1600" baseline="-25000" dirty="0"/>
              <a:t>j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07F408-0096-EA26-1AB2-E61DC9BF3359}"/>
              </a:ext>
            </a:extLst>
          </p:cNvPr>
          <p:cNvSpPr txBox="1"/>
          <p:nvPr/>
        </p:nvSpPr>
        <p:spPr>
          <a:xfrm>
            <a:off x="2102849" y="3333544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Slot</a:t>
            </a:r>
            <a:r>
              <a:rPr lang="en-GR" sz="1600" baseline="-25000" dirty="0"/>
              <a:t>k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36CF1FF-CCE1-C21F-A8A1-DF5F80CC7D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b="3191"/>
          <a:stretch/>
        </p:blipFill>
        <p:spPr>
          <a:xfrm rot="5400000">
            <a:off x="4257459" y="-623786"/>
            <a:ext cx="952500" cy="294421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3D5790-D7F9-6A80-E7B0-616A299CA9C5}"/>
              </a:ext>
            </a:extLst>
          </p:cNvPr>
          <p:cNvSpPr txBox="1"/>
          <p:nvPr/>
        </p:nvSpPr>
        <p:spPr>
          <a:xfrm>
            <a:off x="3705232" y="468150"/>
            <a:ext cx="1959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400" dirty="0"/>
              <a:t>Allocated blocks for Slot</a:t>
            </a:r>
            <a:r>
              <a:rPr lang="en-GR" sz="14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2414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F57137-DEB0-95E6-E5F8-FBF257BACDD5}"/>
              </a:ext>
            </a:extLst>
          </p:cNvPr>
          <p:cNvSpPr/>
          <p:nvPr/>
        </p:nvSpPr>
        <p:spPr>
          <a:xfrm>
            <a:off x="2663783" y="1004760"/>
            <a:ext cx="5594391" cy="1469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8CD947-0A8F-8894-F1FC-D92C5A6C0C08}"/>
              </a:ext>
            </a:extLst>
          </p:cNvPr>
          <p:cNvSpPr/>
          <p:nvPr/>
        </p:nvSpPr>
        <p:spPr>
          <a:xfrm>
            <a:off x="2658505" y="1009522"/>
            <a:ext cx="913370" cy="14652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29014C-4BED-EB5A-C636-220A56C60F41}"/>
              </a:ext>
            </a:extLst>
          </p:cNvPr>
          <p:cNvSpPr/>
          <p:nvPr/>
        </p:nvSpPr>
        <p:spPr>
          <a:xfrm>
            <a:off x="7344805" y="1006102"/>
            <a:ext cx="913370" cy="14652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97631E-0FD9-CAF5-56A0-32F9EE38147E}"/>
              </a:ext>
            </a:extLst>
          </p:cNvPr>
          <p:cNvSpPr/>
          <p:nvPr/>
        </p:nvSpPr>
        <p:spPr>
          <a:xfrm>
            <a:off x="3573051" y="1005471"/>
            <a:ext cx="1042824" cy="14652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EFD9E-099D-D863-197B-BCB2B3DD0CB3}"/>
              </a:ext>
            </a:extLst>
          </p:cNvPr>
          <p:cNvSpPr txBox="1"/>
          <p:nvPr/>
        </p:nvSpPr>
        <p:spPr>
          <a:xfrm>
            <a:off x="2603413" y="1377387"/>
            <a:ext cx="1022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dirty="0"/>
              <a:t>Block</a:t>
            </a:r>
          </a:p>
          <a:p>
            <a:pPr algn="ctr"/>
            <a:r>
              <a:rPr lang="en-GR" dirty="0"/>
              <a:t>Prologue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0B27CF-7FD9-D407-7472-4E2CD113B524}"/>
              </a:ext>
            </a:extLst>
          </p:cNvPr>
          <p:cNvSpPr txBox="1"/>
          <p:nvPr/>
        </p:nvSpPr>
        <p:spPr>
          <a:xfrm>
            <a:off x="7296924" y="1377387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dirty="0"/>
              <a:t>Block</a:t>
            </a:r>
          </a:p>
          <a:p>
            <a:pPr algn="ctr"/>
            <a:r>
              <a:rPr lang="en-GR" dirty="0"/>
              <a:t>Epilogue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10FF63-C90E-10BD-FE7F-485B14933CBF}"/>
              </a:ext>
            </a:extLst>
          </p:cNvPr>
          <p:cNvSpPr txBox="1"/>
          <p:nvPr/>
        </p:nvSpPr>
        <p:spPr>
          <a:xfrm>
            <a:off x="3597185" y="1392135"/>
            <a:ext cx="101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dirty="0"/>
              <a:t>Used</a:t>
            </a:r>
          </a:p>
          <a:p>
            <a:pPr algn="ctr"/>
            <a:r>
              <a:rPr lang="en-GR" dirty="0"/>
              <a:t>Segment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F174D4-F924-89B3-8FD3-B41E1DFC6223}"/>
              </a:ext>
            </a:extLst>
          </p:cNvPr>
          <p:cNvSpPr/>
          <p:nvPr/>
        </p:nvSpPr>
        <p:spPr>
          <a:xfrm>
            <a:off x="4620239" y="1005471"/>
            <a:ext cx="1042824" cy="14652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183C1A-F4FE-2F4F-A2CF-028182FDECE3}"/>
              </a:ext>
            </a:extLst>
          </p:cNvPr>
          <p:cNvSpPr txBox="1"/>
          <p:nvPr/>
        </p:nvSpPr>
        <p:spPr>
          <a:xfrm>
            <a:off x="4603879" y="1406883"/>
            <a:ext cx="101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dirty="0"/>
              <a:t>Used</a:t>
            </a:r>
          </a:p>
          <a:p>
            <a:pPr algn="ctr"/>
            <a:r>
              <a:rPr lang="en-GR" dirty="0"/>
              <a:t>Segment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4E48A6-A59C-AB55-13B6-D2E7C2D756B4}"/>
              </a:ext>
            </a:extLst>
          </p:cNvPr>
          <p:cNvSpPr txBox="1"/>
          <p:nvPr/>
        </p:nvSpPr>
        <p:spPr>
          <a:xfrm>
            <a:off x="5974342" y="1409068"/>
            <a:ext cx="101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dirty="0"/>
              <a:t>Free</a:t>
            </a:r>
          </a:p>
          <a:p>
            <a:pPr algn="ctr"/>
            <a:r>
              <a:rPr lang="en-GR" dirty="0"/>
              <a:t>Segment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ED1333-C622-BB81-8C3E-6A3362C8C5A9}"/>
              </a:ext>
            </a:extLst>
          </p:cNvPr>
          <p:cNvSpPr/>
          <p:nvPr/>
        </p:nvSpPr>
        <p:spPr>
          <a:xfrm>
            <a:off x="2755917" y="2946267"/>
            <a:ext cx="180000" cy="1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4B0218-037E-B70A-F9A3-62F1ED937FF8}"/>
              </a:ext>
            </a:extLst>
          </p:cNvPr>
          <p:cNvSpPr/>
          <p:nvPr/>
        </p:nvSpPr>
        <p:spPr>
          <a:xfrm>
            <a:off x="4538593" y="2946267"/>
            <a:ext cx="18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F9BB5-F568-7F7A-6131-93A8C42567F3}"/>
              </a:ext>
            </a:extLst>
          </p:cNvPr>
          <p:cNvSpPr/>
          <p:nvPr/>
        </p:nvSpPr>
        <p:spPr>
          <a:xfrm>
            <a:off x="6299993" y="2946267"/>
            <a:ext cx="180000" cy="1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25B26-7022-2F2D-C94D-AE694185D53B}"/>
              </a:ext>
            </a:extLst>
          </p:cNvPr>
          <p:cNvSpPr txBox="1"/>
          <p:nvPr/>
        </p:nvSpPr>
        <p:spPr>
          <a:xfrm>
            <a:off x="2944587" y="2866990"/>
            <a:ext cx="153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Special segment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0B74-0C59-6810-24C0-6EB72FB5A5CE}"/>
              </a:ext>
            </a:extLst>
          </p:cNvPr>
          <p:cNvSpPr txBox="1"/>
          <p:nvPr/>
        </p:nvSpPr>
        <p:spPr>
          <a:xfrm>
            <a:off x="4780128" y="2866990"/>
            <a:ext cx="1372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Used segment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C85EC-1A7D-E18D-C566-8B1A33D5ADD2}"/>
              </a:ext>
            </a:extLst>
          </p:cNvPr>
          <p:cNvSpPr txBox="1"/>
          <p:nvPr/>
        </p:nvSpPr>
        <p:spPr>
          <a:xfrm>
            <a:off x="6481705" y="2875661"/>
            <a:ext cx="1319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Free segment</a:t>
            </a:r>
          </a:p>
        </p:txBody>
      </p:sp>
    </p:spTree>
    <p:extLst>
      <p:ext uri="{BB962C8B-B14F-4D97-AF65-F5344CB8AC3E}">
        <p14:creationId xmlns:p14="http://schemas.microsoft.com/office/powerpoint/2010/main" val="36738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ED1333-C622-BB81-8C3E-6A3362C8C5A9}"/>
              </a:ext>
            </a:extLst>
          </p:cNvPr>
          <p:cNvSpPr/>
          <p:nvPr/>
        </p:nvSpPr>
        <p:spPr>
          <a:xfrm>
            <a:off x="2755917" y="2946267"/>
            <a:ext cx="180000" cy="1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4B0218-037E-B70A-F9A3-62F1ED937FF8}"/>
              </a:ext>
            </a:extLst>
          </p:cNvPr>
          <p:cNvSpPr/>
          <p:nvPr/>
        </p:nvSpPr>
        <p:spPr>
          <a:xfrm>
            <a:off x="4575664" y="2946267"/>
            <a:ext cx="18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F9BB5-F568-7F7A-6131-93A8C42567F3}"/>
              </a:ext>
            </a:extLst>
          </p:cNvPr>
          <p:cNvSpPr/>
          <p:nvPr/>
        </p:nvSpPr>
        <p:spPr>
          <a:xfrm>
            <a:off x="6299993" y="2946267"/>
            <a:ext cx="180000" cy="1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25B26-7022-2F2D-C94D-AE694185D53B}"/>
              </a:ext>
            </a:extLst>
          </p:cNvPr>
          <p:cNvSpPr txBox="1"/>
          <p:nvPr/>
        </p:nvSpPr>
        <p:spPr>
          <a:xfrm>
            <a:off x="2919873" y="2866990"/>
            <a:ext cx="153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Special segment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0B74-0C59-6810-24C0-6EB72FB5A5CE}"/>
              </a:ext>
            </a:extLst>
          </p:cNvPr>
          <p:cNvSpPr txBox="1"/>
          <p:nvPr/>
        </p:nvSpPr>
        <p:spPr>
          <a:xfrm>
            <a:off x="4780128" y="2866990"/>
            <a:ext cx="1372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Used segment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C85EC-1A7D-E18D-C566-8B1A33D5ADD2}"/>
              </a:ext>
            </a:extLst>
          </p:cNvPr>
          <p:cNvSpPr txBox="1"/>
          <p:nvPr/>
        </p:nvSpPr>
        <p:spPr>
          <a:xfrm>
            <a:off x="6481705" y="2875661"/>
            <a:ext cx="1319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Free segment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39CC7E5-22FD-9A64-5AAF-7E0FCF235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25398"/>
              </p:ext>
            </p:extLst>
          </p:nvPr>
        </p:nvGraphicFramePr>
        <p:xfrm>
          <a:off x="2236571" y="1977081"/>
          <a:ext cx="6635580" cy="53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642">
                  <a:extLst>
                    <a:ext uri="{9D8B030D-6E8A-4147-A177-3AD203B41FA5}">
                      <a16:colId xmlns:a16="http://schemas.microsoft.com/office/drawing/2014/main" val="4238634253"/>
                    </a:ext>
                  </a:extLst>
                </a:gridCol>
                <a:gridCol w="1202805">
                  <a:extLst>
                    <a:ext uri="{9D8B030D-6E8A-4147-A177-3AD203B41FA5}">
                      <a16:colId xmlns:a16="http://schemas.microsoft.com/office/drawing/2014/main" val="2475776577"/>
                    </a:ext>
                  </a:extLst>
                </a:gridCol>
                <a:gridCol w="484219">
                  <a:extLst>
                    <a:ext uri="{9D8B030D-6E8A-4147-A177-3AD203B41FA5}">
                      <a16:colId xmlns:a16="http://schemas.microsoft.com/office/drawing/2014/main" val="2126163266"/>
                    </a:ext>
                  </a:extLst>
                </a:gridCol>
                <a:gridCol w="1535230">
                  <a:extLst>
                    <a:ext uri="{9D8B030D-6E8A-4147-A177-3AD203B41FA5}">
                      <a16:colId xmlns:a16="http://schemas.microsoft.com/office/drawing/2014/main" val="1074183319"/>
                    </a:ext>
                  </a:extLst>
                </a:gridCol>
                <a:gridCol w="828753">
                  <a:extLst>
                    <a:ext uri="{9D8B030D-6E8A-4147-A177-3AD203B41FA5}">
                      <a16:colId xmlns:a16="http://schemas.microsoft.com/office/drawing/2014/main" val="4107964894"/>
                    </a:ext>
                  </a:extLst>
                </a:gridCol>
                <a:gridCol w="1014169">
                  <a:extLst>
                    <a:ext uri="{9D8B030D-6E8A-4147-A177-3AD203B41FA5}">
                      <a16:colId xmlns:a16="http://schemas.microsoft.com/office/drawing/2014/main" val="492976885"/>
                    </a:ext>
                  </a:extLst>
                </a:gridCol>
                <a:gridCol w="753762">
                  <a:extLst>
                    <a:ext uri="{9D8B030D-6E8A-4147-A177-3AD203B41FA5}">
                      <a16:colId xmlns:a16="http://schemas.microsoft.com/office/drawing/2014/main" val="3057245459"/>
                    </a:ext>
                  </a:extLst>
                </a:gridCol>
              </a:tblGrid>
              <a:tr h="534200"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165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5CA57-6B5D-4FD3-8EC6-81A41B7A1E33}"/>
              </a:ext>
            </a:extLst>
          </p:cNvPr>
          <p:cNvSpPr/>
          <p:nvPr/>
        </p:nvSpPr>
        <p:spPr>
          <a:xfrm>
            <a:off x="2868562" y="1305232"/>
            <a:ext cx="5518442" cy="15117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1BFEA-0AB4-55C6-9ABD-0827341C0729}"/>
              </a:ext>
            </a:extLst>
          </p:cNvPr>
          <p:cNvSpPr txBox="1"/>
          <p:nvPr/>
        </p:nvSpPr>
        <p:spPr>
          <a:xfrm>
            <a:off x="4623619" y="2846438"/>
            <a:ext cx="1745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Occupied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A37ECA-73BD-D8B9-F221-9080C5F2A233}"/>
              </a:ext>
            </a:extLst>
          </p:cNvPr>
          <p:cNvCxnSpPr/>
          <p:nvPr/>
        </p:nvCxnSpPr>
        <p:spPr>
          <a:xfrm>
            <a:off x="3679720" y="1305232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4886BD-A93D-9C64-BCDB-AE01E44BE792}"/>
              </a:ext>
            </a:extLst>
          </p:cNvPr>
          <p:cNvSpPr txBox="1"/>
          <p:nvPr/>
        </p:nvSpPr>
        <p:spPr>
          <a:xfrm>
            <a:off x="2789589" y="1554852"/>
            <a:ext cx="918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Segment</a:t>
            </a:r>
          </a:p>
          <a:p>
            <a:pPr algn="ctr"/>
            <a:r>
              <a:rPr lang="en-GR" sz="1600" dirty="0"/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3684E-B8F8-8952-EAD3-E79E6E7B3492}"/>
              </a:ext>
            </a:extLst>
          </p:cNvPr>
          <p:cNvSpPr txBox="1"/>
          <p:nvPr/>
        </p:nvSpPr>
        <p:spPr>
          <a:xfrm>
            <a:off x="3667431" y="1576974"/>
            <a:ext cx="613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Key</a:t>
            </a:r>
          </a:p>
          <a:p>
            <a:pPr algn="ctr"/>
            <a:r>
              <a:rPr lang="en-GR" sz="1600" dirty="0"/>
              <a:t>meta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D900A0-44D1-C851-BF71-991921308D06}"/>
              </a:ext>
            </a:extLst>
          </p:cNvPr>
          <p:cNvCxnSpPr/>
          <p:nvPr/>
        </p:nvCxnSpPr>
        <p:spPr>
          <a:xfrm>
            <a:off x="4311445" y="1305232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40AF91-3F4D-FC4D-8C06-E0E4C166BAF0}"/>
              </a:ext>
            </a:extLst>
          </p:cNvPr>
          <p:cNvSpPr txBox="1"/>
          <p:nvPr/>
        </p:nvSpPr>
        <p:spPr>
          <a:xfrm>
            <a:off x="4320701" y="1591722"/>
            <a:ext cx="644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Value</a:t>
            </a:r>
          </a:p>
          <a:p>
            <a:pPr algn="ctr"/>
            <a:r>
              <a:rPr lang="en-GR" sz="1600" dirty="0"/>
              <a:t>meta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4A9DF-15EE-A704-9DF7-7744807B10F9}"/>
              </a:ext>
            </a:extLst>
          </p:cNvPr>
          <p:cNvCxnSpPr/>
          <p:nvPr/>
        </p:nvCxnSpPr>
        <p:spPr>
          <a:xfrm>
            <a:off x="4979984" y="1305232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AC2D70-D859-6604-C20A-D9ABD765F50B}"/>
              </a:ext>
            </a:extLst>
          </p:cNvPr>
          <p:cNvCxnSpPr/>
          <p:nvPr/>
        </p:nvCxnSpPr>
        <p:spPr>
          <a:xfrm>
            <a:off x="5581798" y="1301545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1B6A0C-95F6-B432-6EEE-8052EB0E062C}"/>
              </a:ext>
            </a:extLst>
          </p:cNvPr>
          <p:cNvSpPr txBox="1"/>
          <p:nvPr/>
        </p:nvSpPr>
        <p:spPr>
          <a:xfrm>
            <a:off x="5026087" y="1595410"/>
            <a:ext cx="491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Key</a:t>
            </a:r>
          </a:p>
          <a:p>
            <a:pPr algn="ctr"/>
            <a:r>
              <a:rPr lang="en-GR" sz="1600" dirty="0"/>
              <a:t>size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28E980-8622-A519-D842-6655A55944EE}"/>
              </a:ext>
            </a:extLst>
          </p:cNvPr>
          <p:cNvCxnSpPr/>
          <p:nvPr/>
        </p:nvCxnSpPr>
        <p:spPr>
          <a:xfrm>
            <a:off x="6154527" y="1305232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F114FD-ED00-85AA-0724-7747A4DC180F}"/>
              </a:ext>
            </a:extLst>
          </p:cNvPr>
          <p:cNvCxnSpPr/>
          <p:nvPr/>
        </p:nvCxnSpPr>
        <p:spPr>
          <a:xfrm>
            <a:off x="6800998" y="1301545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D84318-78AC-F378-1567-B122024AE070}"/>
              </a:ext>
            </a:extLst>
          </p:cNvPr>
          <p:cNvSpPr txBox="1"/>
          <p:nvPr/>
        </p:nvSpPr>
        <p:spPr>
          <a:xfrm>
            <a:off x="5603015" y="1731830"/>
            <a:ext cx="482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Key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C9AF5-2FD0-D554-936A-C6467DB9A324}"/>
              </a:ext>
            </a:extLst>
          </p:cNvPr>
          <p:cNvSpPr txBox="1"/>
          <p:nvPr/>
        </p:nvSpPr>
        <p:spPr>
          <a:xfrm>
            <a:off x="6151929" y="1617533"/>
            <a:ext cx="644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Value</a:t>
            </a:r>
          </a:p>
          <a:p>
            <a:pPr algn="ctr"/>
            <a:r>
              <a:rPr lang="en-GR" sz="1600" dirty="0"/>
              <a:t>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ABE50-272D-2091-9AFF-000CD98A10E2}"/>
              </a:ext>
            </a:extLst>
          </p:cNvPr>
          <p:cNvSpPr txBox="1"/>
          <p:nvPr/>
        </p:nvSpPr>
        <p:spPr>
          <a:xfrm>
            <a:off x="7468484" y="1572184"/>
            <a:ext cx="918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Segment</a:t>
            </a:r>
          </a:p>
          <a:p>
            <a:pPr algn="ctr"/>
            <a:r>
              <a:rPr lang="en-GR" sz="1600" dirty="0"/>
              <a:t>Footer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6B9B3-67C8-9D7B-E6B5-1E094FE638E6}"/>
              </a:ext>
            </a:extLst>
          </p:cNvPr>
          <p:cNvSpPr txBox="1"/>
          <p:nvPr/>
        </p:nvSpPr>
        <p:spPr>
          <a:xfrm>
            <a:off x="2931326" y="2412505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04822-896B-D405-D037-67882019DA1E}"/>
              </a:ext>
            </a:extLst>
          </p:cNvPr>
          <p:cNvSpPr txBox="1"/>
          <p:nvPr/>
        </p:nvSpPr>
        <p:spPr>
          <a:xfrm>
            <a:off x="4946752" y="2412505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A1A6B6-B09C-ECEE-19A0-9E42896FCA12}"/>
              </a:ext>
            </a:extLst>
          </p:cNvPr>
          <p:cNvSpPr txBox="1"/>
          <p:nvPr/>
        </p:nvSpPr>
        <p:spPr>
          <a:xfrm>
            <a:off x="6161419" y="2410661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9AF780-6386-96CE-E14B-ECC2A6379129}"/>
              </a:ext>
            </a:extLst>
          </p:cNvPr>
          <p:cNvSpPr txBox="1"/>
          <p:nvPr/>
        </p:nvSpPr>
        <p:spPr>
          <a:xfrm>
            <a:off x="7541192" y="2423911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B3C0E4-9402-458B-7632-E2D3A9314BAD}"/>
              </a:ext>
            </a:extLst>
          </p:cNvPr>
          <p:cNvSpPr txBox="1"/>
          <p:nvPr/>
        </p:nvSpPr>
        <p:spPr>
          <a:xfrm>
            <a:off x="3659653" y="2415629"/>
            <a:ext cx="713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24 bytes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9F004D-9493-E07F-ABA9-0A4BC6F683F3}"/>
              </a:ext>
            </a:extLst>
          </p:cNvPr>
          <p:cNvSpPr txBox="1"/>
          <p:nvPr/>
        </p:nvSpPr>
        <p:spPr>
          <a:xfrm>
            <a:off x="4290425" y="2428862"/>
            <a:ext cx="713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24 bytes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12EB6-850A-2D03-E113-DCD5528F1D88}"/>
              </a:ext>
            </a:extLst>
          </p:cNvPr>
          <p:cNvCxnSpPr/>
          <p:nvPr/>
        </p:nvCxnSpPr>
        <p:spPr>
          <a:xfrm>
            <a:off x="7462218" y="1300198"/>
            <a:ext cx="0" cy="1519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5005370-3E5F-7796-F885-9008D0808F52}"/>
              </a:ext>
            </a:extLst>
          </p:cNvPr>
          <p:cNvSpPr txBox="1"/>
          <p:nvPr/>
        </p:nvSpPr>
        <p:spPr>
          <a:xfrm>
            <a:off x="6817681" y="1740643"/>
            <a:ext cx="644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194CD0-8AD3-8051-6600-76F51B621F4D}"/>
              </a:ext>
            </a:extLst>
          </p:cNvPr>
          <p:cNvSpPr txBox="1"/>
          <p:nvPr/>
        </p:nvSpPr>
        <p:spPr>
          <a:xfrm>
            <a:off x="5530645" y="2428861"/>
            <a:ext cx="679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variable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D37610-1B46-34FC-D943-2B73CA227824}"/>
              </a:ext>
            </a:extLst>
          </p:cNvPr>
          <p:cNvSpPr txBox="1"/>
          <p:nvPr/>
        </p:nvSpPr>
        <p:spPr>
          <a:xfrm>
            <a:off x="6782726" y="2411600"/>
            <a:ext cx="679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6442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5CA57-6B5D-4FD3-8EC6-81A41B7A1E33}"/>
              </a:ext>
            </a:extLst>
          </p:cNvPr>
          <p:cNvSpPr/>
          <p:nvPr/>
        </p:nvSpPr>
        <p:spPr>
          <a:xfrm>
            <a:off x="2868562" y="1634400"/>
            <a:ext cx="3772113" cy="11825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1BFEA-0AB4-55C6-9ABD-0827341C0729}"/>
              </a:ext>
            </a:extLst>
          </p:cNvPr>
          <p:cNvSpPr txBox="1"/>
          <p:nvPr/>
        </p:nvSpPr>
        <p:spPr>
          <a:xfrm>
            <a:off x="4159046" y="2846438"/>
            <a:ext cx="1334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600" dirty="0"/>
              <a:t>Free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A37ECA-73BD-D8B9-F221-9080C5F2A233}"/>
              </a:ext>
            </a:extLst>
          </p:cNvPr>
          <p:cNvCxnSpPr/>
          <p:nvPr/>
        </p:nvCxnSpPr>
        <p:spPr>
          <a:xfrm>
            <a:off x="3715720" y="1629232"/>
            <a:ext cx="0" cy="11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4886BD-A93D-9C64-BCDB-AE01E44BE792}"/>
              </a:ext>
            </a:extLst>
          </p:cNvPr>
          <p:cNvSpPr txBox="1"/>
          <p:nvPr/>
        </p:nvSpPr>
        <p:spPr>
          <a:xfrm>
            <a:off x="2811189" y="1763652"/>
            <a:ext cx="918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Segment</a:t>
            </a:r>
          </a:p>
          <a:p>
            <a:pPr algn="ctr"/>
            <a:r>
              <a:rPr lang="en-GR" sz="1600" dirty="0"/>
              <a:t>Header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4A9DF-15EE-A704-9DF7-7744807B10F9}"/>
              </a:ext>
            </a:extLst>
          </p:cNvPr>
          <p:cNvCxnSpPr/>
          <p:nvPr/>
        </p:nvCxnSpPr>
        <p:spPr>
          <a:xfrm>
            <a:off x="4677644" y="1629232"/>
            <a:ext cx="0" cy="11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28E980-8622-A519-D842-6655A55944EE}"/>
              </a:ext>
            </a:extLst>
          </p:cNvPr>
          <p:cNvCxnSpPr/>
          <p:nvPr/>
        </p:nvCxnSpPr>
        <p:spPr>
          <a:xfrm>
            <a:off x="5660457" y="1629232"/>
            <a:ext cx="0" cy="11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CABE50-272D-2091-9AFF-000CD98A10E2}"/>
              </a:ext>
            </a:extLst>
          </p:cNvPr>
          <p:cNvSpPr txBox="1"/>
          <p:nvPr/>
        </p:nvSpPr>
        <p:spPr>
          <a:xfrm>
            <a:off x="5691307" y="1780984"/>
            <a:ext cx="918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600" dirty="0"/>
              <a:t>Segment</a:t>
            </a:r>
          </a:p>
          <a:p>
            <a:pPr algn="ctr"/>
            <a:r>
              <a:rPr lang="en-GR" sz="1600" dirty="0"/>
              <a:t>Footer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6B9B3-67C8-9D7B-E6B5-1E094FE638E6}"/>
              </a:ext>
            </a:extLst>
          </p:cNvPr>
          <p:cNvSpPr txBox="1"/>
          <p:nvPr/>
        </p:nvSpPr>
        <p:spPr>
          <a:xfrm>
            <a:off x="2931326" y="2412505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9AF780-6386-96CE-E14B-ECC2A6379129}"/>
              </a:ext>
            </a:extLst>
          </p:cNvPr>
          <p:cNvSpPr txBox="1"/>
          <p:nvPr/>
        </p:nvSpPr>
        <p:spPr>
          <a:xfrm>
            <a:off x="5764015" y="2423911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4 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B58B7-0B1B-0A76-DE61-194776DD7931}"/>
              </a:ext>
            </a:extLst>
          </p:cNvPr>
          <p:cNvSpPr txBox="1"/>
          <p:nvPr/>
        </p:nvSpPr>
        <p:spPr>
          <a:xfrm>
            <a:off x="3771812" y="1904094"/>
            <a:ext cx="868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N</a:t>
            </a:r>
            <a:r>
              <a:rPr lang="en-GR" sz="1600" dirty="0"/>
              <a:t>ext ptr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D3FC4A-1030-D2DD-BB03-3460B917E9FD}"/>
              </a:ext>
            </a:extLst>
          </p:cNvPr>
          <p:cNvSpPr txBox="1"/>
          <p:nvPr/>
        </p:nvSpPr>
        <p:spPr>
          <a:xfrm>
            <a:off x="4729628" y="1904094"/>
            <a:ext cx="848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Prev</a:t>
            </a:r>
            <a:r>
              <a:rPr lang="en-GR" sz="1600" dirty="0"/>
              <a:t> ptr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9F9026-2FE0-4CB4-1181-0C46CC9DE128}"/>
              </a:ext>
            </a:extLst>
          </p:cNvPr>
          <p:cNvSpPr txBox="1"/>
          <p:nvPr/>
        </p:nvSpPr>
        <p:spPr>
          <a:xfrm>
            <a:off x="3826478" y="2417679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8 bytes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49DDEA-7A56-B4B4-7643-FFC54DDBC6C6}"/>
              </a:ext>
            </a:extLst>
          </p:cNvPr>
          <p:cNvSpPr txBox="1"/>
          <p:nvPr/>
        </p:nvSpPr>
        <p:spPr>
          <a:xfrm>
            <a:off x="4828982" y="2412726"/>
            <a:ext cx="635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1200" dirty="0"/>
              <a:t>8 bytes</a:t>
            </a:r>
          </a:p>
        </p:txBody>
      </p:sp>
    </p:spTree>
    <p:extLst>
      <p:ext uri="{BB962C8B-B14F-4D97-AF65-F5344CB8AC3E}">
        <p14:creationId xmlns:p14="http://schemas.microsoft.com/office/powerpoint/2010/main" val="366622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F8CD947-0A8F-8894-F1FC-D92C5A6C0C08}"/>
              </a:ext>
            </a:extLst>
          </p:cNvPr>
          <p:cNvSpPr/>
          <p:nvPr/>
        </p:nvSpPr>
        <p:spPr>
          <a:xfrm>
            <a:off x="157624" y="1640910"/>
            <a:ext cx="576000" cy="88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29014C-4BED-EB5A-C636-220A56C60F41}"/>
              </a:ext>
            </a:extLst>
          </p:cNvPr>
          <p:cNvSpPr/>
          <p:nvPr/>
        </p:nvSpPr>
        <p:spPr>
          <a:xfrm>
            <a:off x="2708284" y="1637491"/>
            <a:ext cx="648000" cy="887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97631E-0FD9-CAF5-56A0-32F9EE38147E}"/>
              </a:ext>
            </a:extLst>
          </p:cNvPr>
          <p:cNvSpPr/>
          <p:nvPr/>
        </p:nvSpPr>
        <p:spPr>
          <a:xfrm>
            <a:off x="732993" y="1636860"/>
            <a:ext cx="468000" cy="8884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EFD9E-099D-D863-197B-BCB2B3DD0CB3}"/>
              </a:ext>
            </a:extLst>
          </p:cNvPr>
          <p:cNvSpPr txBox="1"/>
          <p:nvPr/>
        </p:nvSpPr>
        <p:spPr>
          <a:xfrm>
            <a:off x="89835" y="1827215"/>
            <a:ext cx="696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Prologue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0B27CF-7FD9-D407-7472-4E2CD113B524}"/>
              </a:ext>
            </a:extLst>
          </p:cNvPr>
          <p:cNvSpPr txBox="1"/>
          <p:nvPr/>
        </p:nvSpPr>
        <p:spPr>
          <a:xfrm>
            <a:off x="2679829" y="1849337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Epilogue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10FF63-C90E-10BD-FE7F-485B14933CBF}"/>
              </a:ext>
            </a:extLst>
          </p:cNvPr>
          <p:cNvSpPr txBox="1"/>
          <p:nvPr/>
        </p:nvSpPr>
        <p:spPr>
          <a:xfrm>
            <a:off x="731806" y="190727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AF1EA-0584-0295-8CA0-95E7A058E676}"/>
              </a:ext>
            </a:extLst>
          </p:cNvPr>
          <p:cNvSpPr txBox="1"/>
          <p:nvPr/>
        </p:nvSpPr>
        <p:spPr>
          <a:xfrm>
            <a:off x="1194965" y="1907279"/>
            <a:ext cx="439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Free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57137-DEB0-95E6-E5F8-FBF257BACDD5}"/>
              </a:ext>
            </a:extLst>
          </p:cNvPr>
          <p:cNvSpPr/>
          <p:nvPr/>
        </p:nvSpPr>
        <p:spPr>
          <a:xfrm>
            <a:off x="150250" y="1636149"/>
            <a:ext cx="3204000" cy="89319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4A9807-EA9F-A167-3205-D33F57CD336C}"/>
              </a:ext>
            </a:extLst>
          </p:cNvPr>
          <p:cNvSpPr/>
          <p:nvPr/>
        </p:nvSpPr>
        <p:spPr>
          <a:xfrm>
            <a:off x="1673780" y="1641325"/>
            <a:ext cx="468000" cy="8884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2CC8ED-1633-8D6D-A303-2771344D085B}"/>
              </a:ext>
            </a:extLst>
          </p:cNvPr>
          <p:cNvSpPr txBox="1"/>
          <p:nvPr/>
        </p:nvSpPr>
        <p:spPr>
          <a:xfrm>
            <a:off x="1672593" y="19117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Used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00A627-18FA-4F49-C709-DF11EB1ECC60}"/>
              </a:ext>
            </a:extLst>
          </p:cNvPr>
          <p:cNvSpPr txBox="1"/>
          <p:nvPr/>
        </p:nvSpPr>
        <p:spPr>
          <a:xfrm>
            <a:off x="2188976" y="1907279"/>
            <a:ext cx="439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Free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9A0947-9ED7-7F09-FE08-3E669BAB43BA}"/>
              </a:ext>
            </a:extLst>
          </p:cNvPr>
          <p:cNvSpPr/>
          <p:nvPr/>
        </p:nvSpPr>
        <p:spPr>
          <a:xfrm>
            <a:off x="4301780" y="1632632"/>
            <a:ext cx="576000" cy="88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0ACF32-D986-AB0C-CDAC-F5EF36159D25}"/>
              </a:ext>
            </a:extLst>
          </p:cNvPr>
          <p:cNvSpPr/>
          <p:nvPr/>
        </p:nvSpPr>
        <p:spPr>
          <a:xfrm>
            <a:off x="6701140" y="1629213"/>
            <a:ext cx="648000" cy="887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80C5A2-5636-526E-5584-FBA93151BE88}"/>
              </a:ext>
            </a:extLst>
          </p:cNvPr>
          <p:cNvSpPr/>
          <p:nvPr/>
        </p:nvSpPr>
        <p:spPr>
          <a:xfrm>
            <a:off x="4877149" y="1628582"/>
            <a:ext cx="504000" cy="8884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3DA9B5-26D1-6680-46FD-B315DEEDF667}"/>
              </a:ext>
            </a:extLst>
          </p:cNvPr>
          <p:cNvSpPr txBox="1"/>
          <p:nvPr/>
        </p:nvSpPr>
        <p:spPr>
          <a:xfrm>
            <a:off x="4233991" y="1818937"/>
            <a:ext cx="696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Prologue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808EB-5E71-9883-75ED-7FD1237F89BB}"/>
              </a:ext>
            </a:extLst>
          </p:cNvPr>
          <p:cNvSpPr txBox="1"/>
          <p:nvPr/>
        </p:nvSpPr>
        <p:spPr>
          <a:xfrm>
            <a:off x="6666107" y="1841059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Epilogue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D53BA0-74F6-A835-5765-46773DD2A013}"/>
              </a:ext>
            </a:extLst>
          </p:cNvPr>
          <p:cNvSpPr txBox="1"/>
          <p:nvPr/>
        </p:nvSpPr>
        <p:spPr>
          <a:xfrm>
            <a:off x="4895696" y="1899001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Used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50528B-8339-2B9C-998B-C1545BFE5887}"/>
              </a:ext>
            </a:extLst>
          </p:cNvPr>
          <p:cNvSpPr txBox="1"/>
          <p:nvPr/>
        </p:nvSpPr>
        <p:spPr>
          <a:xfrm>
            <a:off x="5569363" y="1899001"/>
            <a:ext cx="439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Free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52A823F-3911-A596-A4CC-87C673E354DD}"/>
              </a:ext>
            </a:extLst>
          </p:cNvPr>
          <p:cNvSpPr/>
          <p:nvPr/>
        </p:nvSpPr>
        <p:spPr>
          <a:xfrm>
            <a:off x="6225789" y="1633047"/>
            <a:ext cx="468000" cy="8884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536C31-7E58-9FE0-D3A6-6020E52FCC7B}"/>
              </a:ext>
            </a:extLst>
          </p:cNvPr>
          <p:cNvSpPr txBox="1"/>
          <p:nvPr/>
        </p:nvSpPr>
        <p:spPr>
          <a:xfrm>
            <a:off x="6218024" y="190346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Used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BC0BDC-FD61-4732-B9AE-0E882FCC8F4E}"/>
              </a:ext>
            </a:extLst>
          </p:cNvPr>
          <p:cNvSpPr/>
          <p:nvPr/>
        </p:nvSpPr>
        <p:spPr>
          <a:xfrm>
            <a:off x="4294406" y="1627871"/>
            <a:ext cx="3060000" cy="89319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896FDB6-6A08-3729-C179-AD6336B31798}"/>
              </a:ext>
            </a:extLst>
          </p:cNvPr>
          <p:cNvSpPr/>
          <p:nvPr/>
        </p:nvSpPr>
        <p:spPr>
          <a:xfrm>
            <a:off x="8475327" y="1628581"/>
            <a:ext cx="576000" cy="88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796FB9-907C-E77F-E14B-C784CAEBC4EB}"/>
              </a:ext>
            </a:extLst>
          </p:cNvPr>
          <p:cNvSpPr/>
          <p:nvPr/>
        </p:nvSpPr>
        <p:spPr>
          <a:xfrm>
            <a:off x="10839013" y="1625162"/>
            <a:ext cx="648000" cy="887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89BB59-4C15-2E0D-BA52-6EA7C81F5B57}"/>
              </a:ext>
            </a:extLst>
          </p:cNvPr>
          <p:cNvSpPr/>
          <p:nvPr/>
        </p:nvSpPr>
        <p:spPr>
          <a:xfrm>
            <a:off x="9050696" y="1624530"/>
            <a:ext cx="612000" cy="88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8C67EC-12A4-473F-B278-ED9FB8ECFB41}"/>
              </a:ext>
            </a:extLst>
          </p:cNvPr>
          <p:cNvSpPr txBox="1"/>
          <p:nvPr/>
        </p:nvSpPr>
        <p:spPr>
          <a:xfrm>
            <a:off x="8407538" y="1814886"/>
            <a:ext cx="696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Prologue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BA94DB-5ADD-1240-5DC5-BF25C4DEC29C}"/>
              </a:ext>
            </a:extLst>
          </p:cNvPr>
          <p:cNvSpPr txBox="1"/>
          <p:nvPr/>
        </p:nvSpPr>
        <p:spPr>
          <a:xfrm>
            <a:off x="10816012" y="1837008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Block</a:t>
            </a:r>
          </a:p>
          <a:p>
            <a:pPr algn="ctr"/>
            <a:r>
              <a:rPr lang="en-GR" sz="1100" dirty="0"/>
              <a:t>Epilogue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A4738-470B-2353-34BC-17BA13645419}"/>
              </a:ext>
            </a:extLst>
          </p:cNvPr>
          <p:cNvSpPr txBox="1"/>
          <p:nvPr/>
        </p:nvSpPr>
        <p:spPr>
          <a:xfrm>
            <a:off x="9108998" y="18949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Used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67E027-0936-746C-0628-C1C0BD1D10C1}"/>
              </a:ext>
            </a:extLst>
          </p:cNvPr>
          <p:cNvSpPr txBox="1"/>
          <p:nvPr/>
        </p:nvSpPr>
        <p:spPr>
          <a:xfrm>
            <a:off x="10068916" y="1894950"/>
            <a:ext cx="439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R" sz="1100" dirty="0"/>
              <a:t>Free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8B7262-4C0B-68F3-E6D6-FE53CA4AAA14}"/>
              </a:ext>
            </a:extLst>
          </p:cNvPr>
          <p:cNvSpPr>
            <a:spLocks/>
          </p:cNvSpPr>
          <p:nvPr/>
        </p:nvSpPr>
        <p:spPr>
          <a:xfrm>
            <a:off x="8467953" y="1623820"/>
            <a:ext cx="3024000" cy="89319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778FF519-63C3-758E-0FC1-93DCD3C3A2AB}"/>
              </a:ext>
            </a:extLst>
          </p:cNvPr>
          <p:cNvSpPr/>
          <p:nvPr/>
        </p:nvSpPr>
        <p:spPr>
          <a:xfrm>
            <a:off x="1295400" y="1121229"/>
            <a:ext cx="1169749" cy="500742"/>
          </a:xfrm>
          <a:custGeom>
            <a:avLst/>
            <a:gdLst>
              <a:gd name="connsiteX0" fmla="*/ 0 w 1360714"/>
              <a:gd name="connsiteY0" fmla="*/ 544364 h 577021"/>
              <a:gd name="connsiteX1" fmla="*/ 664029 w 1360714"/>
              <a:gd name="connsiteY1" fmla="*/ 79 h 577021"/>
              <a:gd name="connsiteX2" fmla="*/ 1360714 w 1360714"/>
              <a:gd name="connsiteY2" fmla="*/ 577021 h 57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0714" h="577021">
                <a:moveTo>
                  <a:pt x="0" y="544364"/>
                </a:moveTo>
                <a:cubicBezTo>
                  <a:pt x="218621" y="269500"/>
                  <a:pt x="437243" y="-5364"/>
                  <a:pt x="664029" y="79"/>
                </a:cubicBezTo>
                <a:cubicBezTo>
                  <a:pt x="890815" y="5522"/>
                  <a:pt x="1248228" y="480864"/>
                  <a:pt x="1360714" y="577021"/>
                </a:cubicBezTo>
              </a:path>
            </a:pathLst>
          </a:cu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1723774B-3C8B-9612-3332-924C3914E054}"/>
              </a:ext>
            </a:extLst>
          </p:cNvPr>
          <p:cNvSpPr/>
          <p:nvPr/>
        </p:nvSpPr>
        <p:spPr>
          <a:xfrm>
            <a:off x="1491343" y="1360642"/>
            <a:ext cx="838200" cy="283101"/>
          </a:xfrm>
          <a:custGeom>
            <a:avLst/>
            <a:gdLst>
              <a:gd name="connsiteX0" fmla="*/ 0 w 838200"/>
              <a:gd name="connsiteY0" fmla="*/ 261329 h 283101"/>
              <a:gd name="connsiteX1" fmla="*/ 381000 w 838200"/>
              <a:gd name="connsiteY1" fmla="*/ 72 h 283101"/>
              <a:gd name="connsiteX2" fmla="*/ 838200 w 838200"/>
              <a:gd name="connsiteY2" fmla="*/ 283101 h 28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283101">
                <a:moveTo>
                  <a:pt x="0" y="261329"/>
                </a:moveTo>
                <a:cubicBezTo>
                  <a:pt x="120650" y="128886"/>
                  <a:pt x="241300" y="-3557"/>
                  <a:pt x="381000" y="72"/>
                </a:cubicBezTo>
                <a:cubicBezTo>
                  <a:pt x="520700" y="3701"/>
                  <a:pt x="679450" y="143401"/>
                  <a:pt x="838200" y="283101"/>
                </a:cubicBezTo>
              </a:path>
            </a:pathLst>
          </a:custGeom>
          <a:ln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137205D0-2439-C63D-FA2B-0DCF266B3829}"/>
              </a:ext>
            </a:extLst>
          </p:cNvPr>
          <p:cNvSpPr/>
          <p:nvPr/>
        </p:nvSpPr>
        <p:spPr>
          <a:xfrm>
            <a:off x="2492829" y="576939"/>
            <a:ext cx="3374571" cy="1045032"/>
          </a:xfrm>
          <a:custGeom>
            <a:avLst/>
            <a:gdLst>
              <a:gd name="connsiteX0" fmla="*/ 0 w 3374571"/>
              <a:gd name="connsiteY0" fmla="*/ 1034147 h 1045032"/>
              <a:gd name="connsiteX1" fmla="*/ 2057400 w 3374571"/>
              <a:gd name="connsiteY1" fmla="*/ 4 h 1045032"/>
              <a:gd name="connsiteX2" fmla="*/ 3374571 w 3374571"/>
              <a:gd name="connsiteY2" fmla="*/ 1045032 h 104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74571" h="1045032">
                <a:moveTo>
                  <a:pt x="0" y="1034147"/>
                </a:moveTo>
                <a:cubicBezTo>
                  <a:pt x="747486" y="516168"/>
                  <a:pt x="1494972" y="-1810"/>
                  <a:pt x="2057400" y="4"/>
                </a:cubicBezTo>
                <a:cubicBezTo>
                  <a:pt x="2619828" y="1818"/>
                  <a:pt x="2997199" y="523425"/>
                  <a:pt x="3374571" y="1045032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2AA07694-A6AB-8378-4058-24DC7D4C6290}"/>
              </a:ext>
            </a:extLst>
          </p:cNvPr>
          <p:cNvSpPr/>
          <p:nvPr/>
        </p:nvSpPr>
        <p:spPr>
          <a:xfrm>
            <a:off x="2634343" y="914339"/>
            <a:ext cx="2982686" cy="740290"/>
          </a:xfrm>
          <a:custGeom>
            <a:avLst/>
            <a:gdLst>
              <a:gd name="connsiteX0" fmla="*/ 0 w 2982686"/>
              <a:gd name="connsiteY0" fmla="*/ 740290 h 740290"/>
              <a:gd name="connsiteX1" fmla="*/ 1643743 w 2982686"/>
              <a:gd name="connsiteY1" fmla="*/ 61 h 740290"/>
              <a:gd name="connsiteX2" fmla="*/ 2982686 w 2982686"/>
              <a:gd name="connsiteY2" fmla="*/ 707632 h 74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2686" h="740290">
                <a:moveTo>
                  <a:pt x="0" y="740290"/>
                </a:moveTo>
                <a:cubicBezTo>
                  <a:pt x="573314" y="372897"/>
                  <a:pt x="1146629" y="5504"/>
                  <a:pt x="1643743" y="61"/>
                </a:cubicBezTo>
                <a:cubicBezTo>
                  <a:pt x="2140857" y="-5382"/>
                  <a:pt x="2561771" y="351125"/>
                  <a:pt x="2982686" y="707632"/>
                </a:cubicBezTo>
              </a:path>
            </a:pathLst>
          </a:custGeom>
          <a:ln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49BE810B-12CC-7F43-834E-B3C85F820187}"/>
              </a:ext>
            </a:extLst>
          </p:cNvPr>
          <p:cNvSpPr/>
          <p:nvPr/>
        </p:nvSpPr>
        <p:spPr>
          <a:xfrm>
            <a:off x="5932714" y="740224"/>
            <a:ext cx="4615543" cy="881747"/>
          </a:xfrm>
          <a:custGeom>
            <a:avLst/>
            <a:gdLst>
              <a:gd name="connsiteX0" fmla="*/ 0 w 4615543"/>
              <a:gd name="connsiteY0" fmla="*/ 870862 h 881747"/>
              <a:gd name="connsiteX1" fmla="*/ 2634343 w 4615543"/>
              <a:gd name="connsiteY1" fmla="*/ 5 h 881747"/>
              <a:gd name="connsiteX2" fmla="*/ 4615543 w 4615543"/>
              <a:gd name="connsiteY2" fmla="*/ 881747 h 88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15543" h="881747">
                <a:moveTo>
                  <a:pt x="0" y="870862"/>
                </a:moveTo>
                <a:cubicBezTo>
                  <a:pt x="932543" y="434526"/>
                  <a:pt x="1865086" y="-1809"/>
                  <a:pt x="2634343" y="5"/>
                </a:cubicBezTo>
                <a:cubicBezTo>
                  <a:pt x="3403600" y="1819"/>
                  <a:pt x="4009571" y="441783"/>
                  <a:pt x="4615543" y="881747"/>
                </a:cubicBezTo>
              </a:path>
            </a:pathLst>
          </a:cu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CF9620C0-5119-3AED-5C04-2F4DB972493E}"/>
              </a:ext>
            </a:extLst>
          </p:cNvPr>
          <p:cNvSpPr/>
          <p:nvPr/>
        </p:nvSpPr>
        <p:spPr>
          <a:xfrm>
            <a:off x="6128657" y="1066792"/>
            <a:ext cx="3831772" cy="566065"/>
          </a:xfrm>
          <a:custGeom>
            <a:avLst/>
            <a:gdLst>
              <a:gd name="connsiteX0" fmla="*/ 0 w 3831772"/>
              <a:gd name="connsiteY0" fmla="*/ 555179 h 566065"/>
              <a:gd name="connsiteX1" fmla="*/ 2111829 w 3831772"/>
              <a:gd name="connsiteY1" fmla="*/ 8 h 566065"/>
              <a:gd name="connsiteX2" fmla="*/ 3831772 w 3831772"/>
              <a:gd name="connsiteY2" fmla="*/ 566065 h 56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31772" h="566065">
                <a:moveTo>
                  <a:pt x="0" y="555179"/>
                </a:moveTo>
                <a:cubicBezTo>
                  <a:pt x="736600" y="276686"/>
                  <a:pt x="1473200" y="-1806"/>
                  <a:pt x="2111829" y="8"/>
                </a:cubicBezTo>
                <a:cubicBezTo>
                  <a:pt x="2750458" y="1822"/>
                  <a:pt x="3291115" y="283943"/>
                  <a:pt x="3831772" y="566065"/>
                </a:cubicBezTo>
              </a:path>
            </a:pathLst>
          </a:custGeom>
          <a:ln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88800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122</Words>
  <Application>Microsoft Macintosh PowerPoint</Application>
  <PresentationFormat>Widescreen</PresentationFormat>
  <Paragraphs>92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Antonios Papaioannou</dc:creator>
  <cp:lastModifiedBy>Office</cp:lastModifiedBy>
  <cp:revision>23</cp:revision>
  <dcterms:created xsi:type="dcterms:W3CDTF">2022-07-19T11:17:39Z</dcterms:created>
  <dcterms:modified xsi:type="dcterms:W3CDTF">2025-04-26T23:30:42Z</dcterms:modified>
</cp:coreProperties>
</file>