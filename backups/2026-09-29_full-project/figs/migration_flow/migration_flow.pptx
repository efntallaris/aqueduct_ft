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562631-3F58-6A5E-1FAC-D77495CC9C3A}" v="368" dt="2025-04-02T21:09:51.214"/>
    <p1510:client id="{F38ECEC7-EB1B-5AAA-E746-40DBBEAA6192}" v="2" dt="2025-04-02T21:11:12.5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41"/>
    <p:restoredTop sz="93876"/>
  </p:normalViewPr>
  <p:slideViewPr>
    <p:cSldViewPr snapToGrid="0">
      <p:cViewPr varScale="1">
        <p:scale>
          <a:sx n="91" d="100"/>
          <a:sy n="91" d="100"/>
        </p:scale>
        <p:origin x="9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_pap5 tony_pap5" userId="9001fa187a0e9ba7" providerId="Windows Live" clId="Web-{63562631-3F58-6A5E-1FAC-D77495CC9C3A}"/>
    <pc:docChg chg="modSld">
      <pc:chgData name="tony_pap5 tony_pap5" userId="9001fa187a0e9ba7" providerId="Windows Live" clId="Web-{63562631-3F58-6A5E-1FAC-D77495CC9C3A}" dt="2025-04-02T21:09:51.214" v="358" actId="14100"/>
      <pc:docMkLst>
        <pc:docMk/>
      </pc:docMkLst>
      <pc:sldChg chg="addSp delSp modSp">
        <pc:chgData name="tony_pap5 tony_pap5" userId="9001fa187a0e9ba7" providerId="Windows Live" clId="Web-{63562631-3F58-6A5E-1FAC-D77495CC9C3A}" dt="2025-04-02T21:09:51.214" v="358" actId="14100"/>
        <pc:sldMkLst>
          <pc:docMk/>
          <pc:sldMk cId="2823867197" sldId="257"/>
        </pc:sldMkLst>
        <pc:spChg chg="add del mod">
          <ac:chgData name="tony_pap5 tony_pap5" userId="9001fa187a0e9ba7" providerId="Windows Live" clId="Web-{63562631-3F58-6A5E-1FAC-D77495CC9C3A}" dt="2025-04-02T20:57:34.429" v="66"/>
          <ac:spMkLst>
            <pc:docMk/>
            <pc:sldMk cId="2823867197" sldId="257"/>
            <ac:spMk id="2" creationId="{81153F5C-C520-A6A0-E23C-F6A9CB696EC2}"/>
          </ac:spMkLst>
        </pc:spChg>
        <pc:spChg chg="add mod ord">
          <ac:chgData name="tony_pap5 tony_pap5" userId="9001fa187a0e9ba7" providerId="Windows Live" clId="Web-{63562631-3F58-6A5E-1FAC-D77495CC9C3A}" dt="2025-04-02T21:09:51.214" v="358" actId="14100"/>
          <ac:spMkLst>
            <pc:docMk/>
            <pc:sldMk cId="2823867197" sldId="257"/>
            <ac:spMk id="3" creationId="{10D1869E-E382-E7AE-F35B-8CC122207883}"/>
          </ac:spMkLst>
        </pc:spChg>
        <pc:spChg chg="mod">
          <ac:chgData name="tony_pap5 tony_pap5" userId="9001fa187a0e9ba7" providerId="Windows Live" clId="Web-{63562631-3F58-6A5E-1FAC-D77495CC9C3A}" dt="2025-04-02T21:04:03.912" v="198" actId="1076"/>
          <ac:spMkLst>
            <pc:docMk/>
            <pc:sldMk cId="2823867197" sldId="257"/>
            <ac:spMk id="5" creationId="{262A597D-F570-E39A-6EAC-380A21319CB7}"/>
          </ac:spMkLst>
        </pc:spChg>
        <pc:spChg chg="mod">
          <ac:chgData name="tony_pap5 tony_pap5" userId="9001fa187a0e9ba7" providerId="Windows Live" clId="Web-{63562631-3F58-6A5E-1FAC-D77495CC9C3A}" dt="2025-04-02T21:04:03.927" v="199" actId="1076"/>
          <ac:spMkLst>
            <pc:docMk/>
            <pc:sldMk cId="2823867197" sldId="257"/>
            <ac:spMk id="6" creationId="{93E5332F-FEE3-916A-208D-A5CDE5F8F1D6}"/>
          </ac:spMkLst>
        </pc:spChg>
        <pc:spChg chg="mod">
          <ac:chgData name="tony_pap5 tony_pap5" userId="9001fa187a0e9ba7" providerId="Windows Live" clId="Web-{63562631-3F58-6A5E-1FAC-D77495CC9C3A}" dt="2025-04-02T21:04:51.680" v="258" actId="1076"/>
          <ac:spMkLst>
            <pc:docMk/>
            <pc:sldMk cId="2823867197" sldId="257"/>
            <ac:spMk id="8" creationId="{4906BD66-CD50-F398-736E-783406F8EEF0}"/>
          </ac:spMkLst>
        </pc:spChg>
        <pc:spChg chg="mod">
          <ac:chgData name="tony_pap5 tony_pap5" userId="9001fa187a0e9ba7" providerId="Windows Live" clId="Web-{63562631-3F58-6A5E-1FAC-D77495CC9C3A}" dt="2025-04-02T21:04:51.696" v="259" actId="1076"/>
          <ac:spMkLst>
            <pc:docMk/>
            <pc:sldMk cId="2823867197" sldId="257"/>
            <ac:spMk id="9" creationId="{924B56D1-52BB-E1D1-DE46-B3E75C0954C0}"/>
          </ac:spMkLst>
        </pc:spChg>
        <pc:spChg chg="add mod ord">
          <ac:chgData name="tony_pap5 tony_pap5" userId="9001fa187a0e9ba7" providerId="Windows Live" clId="Web-{63562631-3F58-6A5E-1FAC-D77495CC9C3A}" dt="2025-04-02T21:09:48.870" v="357" actId="14100"/>
          <ac:spMkLst>
            <pc:docMk/>
            <pc:sldMk cId="2823867197" sldId="257"/>
            <ac:spMk id="13" creationId="{4FC36F35-4339-398C-6001-10244D3F02DD}"/>
          </ac:spMkLst>
        </pc:spChg>
        <pc:spChg chg="add mod">
          <ac:chgData name="tony_pap5 tony_pap5" userId="9001fa187a0e9ba7" providerId="Windows Live" clId="Web-{63562631-3F58-6A5E-1FAC-D77495CC9C3A}" dt="2025-04-02T21:08:58.711" v="330" actId="1076"/>
          <ac:spMkLst>
            <pc:docMk/>
            <pc:sldMk cId="2823867197" sldId="257"/>
            <ac:spMk id="14" creationId="{3C2E0A47-551C-688D-E6D2-6C45E090D336}"/>
          </ac:spMkLst>
        </pc:spChg>
        <pc:spChg chg="add del">
          <ac:chgData name="tony_pap5 tony_pap5" userId="9001fa187a0e9ba7" providerId="Windows Live" clId="Web-{63562631-3F58-6A5E-1FAC-D77495CC9C3A}" dt="2025-04-02T21:09:05.133" v="332"/>
          <ac:spMkLst>
            <pc:docMk/>
            <pc:sldMk cId="2823867197" sldId="257"/>
            <ac:spMk id="15" creationId="{A0DC8982-A4E9-D435-9D3F-B52807A35216}"/>
          </ac:spMkLst>
        </pc:spChg>
        <pc:spChg chg="add mod">
          <ac:chgData name="tony_pap5 tony_pap5" userId="9001fa187a0e9ba7" providerId="Windows Live" clId="Web-{63562631-3F58-6A5E-1FAC-D77495CC9C3A}" dt="2025-04-02T21:09:41.667" v="356" actId="1076"/>
          <ac:spMkLst>
            <pc:docMk/>
            <pc:sldMk cId="2823867197" sldId="257"/>
            <ac:spMk id="16" creationId="{C68EEFC0-7208-FFBC-48B4-BE2B7AB61C13}"/>
          </ac:spMkLst>
        </pc:spChg>
        <pc:spChg chg="mod">
          <ac:chgData name="tony_pap5 tony_pap5" userId="9001fa187a0e9ba7" providerId="Windows Live" clId="Web-{63562631-3F58-6A5E-1FAC-D77495CC9C3A}" dt="2025-04-02T21:09:41.401" v="339" actId="1076"/>
          <ac:spMkLst>
            <pc:docMk/>
            <pc:sldMk cId="2823867197" sldId="257"/>
            <ac:spMk id="18" creationId="{5CDEF923-3D34-B976-A6E5-F469705BA499}"/>
          </ac:spMkLst>
        </pc:spChg>
        <pc:spChg chg="mod">
          <ac:chgData name="tony_pap5 tony_pap5" userId="9001fa187a0e9ba7" providerId="Windows Live" clId="Web-{63562631-3F58-6A5E-1FAC-D77495CC9C3A}" dt="2025-04-02T21:09:41.417" v="340" actId="1076"/>
          <ac:spMkLst>
            <pc:docMk/>
            <pc:sldMk cId="2823867197" sldId="257"/>
            <ac:spMk id="20" creationId="{B145B606-235C-CE55-B553-14DFB83C865F}"/>
          </ac:spMkLst>
        </pc:spChg>
        <pc:spChg chg="mod">
          <ac:chgData name="tony_pap5 tony_pap5" userId="9001fa187a0e9ba7" providerId="Windows Live" clId="Web-{63562631-3F58-6A5E-1FAC-D77495CC9C3A}" dt="2025-04-02T21:09:41.432" v="341" actId="1076"/>
          <ac:spMkLst>
            <pc:docMk/>
            <pc:sldMk cId="2823867197" sldId="257"/>
            <ac:spMk id="21" creationId="{A8CAD1BD-1EBB-8283-30BD-28D3E3952AD8}"/>
          </ac:spMkLst>
        </pc:spChg>
        <pc:spChg chg="mod">
          <ac:chgData name="tony_pap5 tony_pap5" userId="9001fa187a0e9ba7" providerId="Windows Live" clId="Web-{63562631-3F58-6A5E-1FAC-D77495CC9C3A}" dt="2025-04-02T21:04:51.711" v="260" actId="1076"/>
          <ac:spMkLst>
            <pc:docMk/>
            <pc:sldMk cId="2823867197" sldId="257"/>
            <ac:spMk id="39" creationId="{2AA95BC9-C409-3D0D-4B8B-BF2172E63DB6}"/>
          </ac:spMkLst>
        </pc:spChg>
        <pc:spChg chg="mod">
          <ac:chgData name="tony_pap5 tony_pap5" userId="9001fa187a0e9ba7" providerId="Windows Live" clId="Web-{63562631-3F58-6A5E-1FAC-D77495CC9C3A}" dt="2025-04-02T21:04:51.727" v="261" actId="1076"/>
          <ac:spMkLst>
            <pc:docMk/>
            <pc:sldMk cId="2823867197" sldId="257"/>
            <ac:spMk id="42" creationId="{0E8EE7A2-E179-2522-EAF2-4D68957A4646}"/>
          </ac:spMkLst>
        </pc:spChg>
        <pc:spChg chg="mod">
          <ac:chgData name="tony_pap5 tony_pap5" userId="9001fa187a0e9ba7" providerId="Windows Live" clId="Web-{63562631-3F58-6A5E-1FAC-D77495CC9C3A}" dt="2025-04-02T21:09:41.448" v="342" actId="1076"/>
          <ac:spMkLst>
            <pc:docMk/>
            <pc:sldMk cId="2823867197" sldId="257"/>
            <ac:spMk id="43" creationId="{25583FFF-FD1D-9FC0-BB06-568B49A84FAC}"/>
          </ac:spMkLst>
        </pc:spChg>
        <pc:spChg chg="mod">
          <ac:chgData name="tony_pap5 tony_pap5" userId="9001fa187a0e9ba7" providerId="Windows Live" clId="Web-{63562631-3F58-6A5E-1FAC-D77495CC9C3A}" dt="2025-04-02T21:09:41.464" v="343" actId="1076"/>
          <ac:spMkLst>
            <pc:docMk/>
            <pc:sldMk cId="2823867197" sldId="257"/>
            <ac:spMk id="68" creationId="{407F005A-F914-F744-9A15-B7B55A8DA31A}"/>
          </ac:spMkLst>
        </pc:spChg>
        <pc:spChg chg="mod">
          <ac:chgData name="tony_pap5 tony_pap5" userId="9001fa187a0e9ba7" providerId="Windows Live" clId="Web-{63562631-3F58-6A5E-1FAC-D77495CC9C3A}" dt="2025-04-02T21:04:51.790" v="266" actId="1076"/>
          <ac:spMkLst>
            <pc:docMk/>
            <pc:sldMk cId="2823867197" sldId="257"/>
            <ac:spMk id="75" creationId="{285ED8AF-F51C-D680-1E3C-C0EE4E47ED78}"/>
          </ac:spMkLst>
        </pc:spChg>
        <pc:spChg chg="mod">
          <ac:chgData name="tony_pap5 tony_pap5" userId="9001fa187a0e9ba7" providerId="Windows Live" clId="Web-{63562631-3F58-6A5E-1FAC-D77495CC9C3A}" dt="2025-04-02T21:04:51.805" v="267" actId="1076"/>
          <ac:spMkLst>
            <pc:docMk/>
            <pc:sldMk cId="2823867197" sldId="257"/>
            <ac:spMk id="88" creationId="{55126B4C-157D-CCD2-625B-AF31B8EBD547}"/>
          </ac:spMkLst>
        </pc:spChg>
        <pc:spChg chg="mod">
          <ac:chgData name="tony_pap5 tony_pap5" userId="9001fa187a0e9ba7" providerId="Windows Live" clId="Web-{63562631-3F58-6A5E-1FAC-D77495CC9C3A}" dt="2025-04-02T21:09:41.511" v="346" actId="1076"/>
          <ac:spMkLst>
            <pc:docMk/>
            <pc:sldMk cId="2823867197" sldId="257"/>
            <ac:spMk id="91" creationId="{61A4A381-2139-6C94-46E4-15D4A7C59EB9}"/>
          </ac:spMkLst>
        </pc:spChg>
        <pc:spChg chg="mod">
          <ac:chgData name="tony_pap5 tony_pap5" userId="9001fa187a0e9ba7" providerId="Windows Live" clId="Web-{63562631-3F58-6A5E-1FAC-D77495CC9C3A}" dt="2025-04-02T21:09:41.557" v="349" actId="1076"/>
          <ac:spMkLst>
            <pc:docMk/>
            <pc:sldMk cId="2823867197" sldId="257"/>
            <ac:spMk id="104" creationId="{58BAC314-3D4A-82C4-D4B4-71559961BF0E}"/>
          </ac:spMkLst>
        </pc:spChg>
        <pc:spChg chg="mod">
          <ac:chgData name="tony_pap5 tony_pap5" userId="9001fa187a0e9ba7" providerId="Windows Live" clId="Web-{63562631-3F58-6A5E-1FAC-D77495CC9C3A}" dt="2025-04-02T21:09:41.573" v="350" actId="1076"/>
          <ac:spMkLst>
            <pc:docMk/>
            <pc:sldMk cId="2823867197" sldId="257"/>
            <ac:spMk id="128" creationId="{4DBFBE8A-6E1E-6BEF-74B3-942950A75175}"/>
          </ac:spMkLst>
        </pc:spChg>
        <pc:spChg chg="del">
          <ac:chgData name="tony_pap5 tony_pap5" userId="9001fa187a0e9ba7" providerId="Windows Live" clId="Web-{63562631-3F58-6A5E-1FAC-D77495CC9C3A}" dt="2025-04-02T20:57:31.398" v="63"/>
          <ac:spMkLst>
            <pc:docMk/>
            <pc:sldMk cId="2823867197" sldId="257"/>
            <ac:spMk id="131" creationId="{DF0B790D-C95D-ED87-AA2A-F158FCAA7D4E}"/>
          </ac:spMkLst>
        </pc:spChg>
        <pc:spChg chg="del">
          <ac:chgData name="tony_pap5 tony_pap5" userId="9001fa187a0e9ba7" providerId="Windows Live" clId="Web-{63562631-3F58-6A5E-1FAC-D77495CC9C3A}" dt="2025-04-02T20:57:31.382" v="62"/>
          <ac:spMkLst>
            <pc:docMk/>
            <pc:sldMk cId="2823867197" sldId="257"/>
            <ac:spMk id="132" creationId="{4DC84BAE-165C-E38B-25EF-135FD43C6937}"/>
          </ac:spMkLst>
        </pc:spChg>
        <pc:spChg chg="del">
          <ac:chgData name="tony_pap5 tony_pap5" userId="9001fa187a0e9ba7" providerId="Windows Live" clId="Web-{63562631-3F58-6A5E-1FAC-D77495CC9C3A}" dt="2025-04-02T21:00:38.581" v="96"/>
          <ac:spMkLst>
            <pc:docMk/>
            <pc:sldMk cId="2823867197" sldId="257"/>
            <ac:spMk id="136" creationId="{C110ECB0-1178-0D21-6E18-5F2416AAB621}"/>
          </ac:spMkLst>
        </pc:spChg>
        <pc:spChg chg="del">
          <ac:chgData name="tony_pap5 tony_pap5" userId="9001fa187a0e9ba7" providerId="Windows Live" clId="Web-{63562631-3F58-6A5E-1FAC-D77495CC9C3A}" dt="2025-04-02T21:00:38.581" v="95"/>
          <ac:spMkLst>
            <pc:docMk/>
            <pc:sldMk cId="2823867197" sldId="257"/>
            <ac:spMk id="137" creationId="{DCA4A872-8AFD-30E6-2A11-65837351AA02}"/>
          </ac:spMkLst>
        </pc:spChg>
        <pc:spChg chg="del">
          <ac:chgData name="tony_pap5 tony_pap5" userId="9001fa187a0e9ba7" providerId="Windows Live" clId="Web-{63562631-3F58-6A5E-1FAC-D77495CC9C3A}" dt="2025-04-02T20:57:48.290" v="72"/>
          <ac:spMkLst>
            <pc:docMk/>
            <pc:sldMk cId="2823867197" sldId="257"/>
            <ac:spMk id="145" creationId="{D266A579-AB71-9CEB-8FB8-58A7754EA8D1}"/>
          </ac:spMkLst>
        </pc:spChg>
        <pc:spChg chg="del">
          <ac:chgData name="tony_pap5 tony_pap5" userId="9001fa187a0e9ba7" providerId="Windows Live" clId="Web-{63562631-3F58-6A5E-1FAC-D77495CC9C3A}" dt="2025-04-02T20:57:48.290" v="71"/>
          <ac:spMkLst>
            <pc:docMk/>
            <pc:sldMk cId="2823867197" sldId="257"/>
            <ac:spMk id="146" creationId="{C62D04D3-0E9D-638B-C9AB-D2B6394B96A1}"/>
          </ac:spMkLst>
        </pc:spChg>
        <pc:spChg chg="del">
          <ac:chgData name="tony_pap5 tony_pap5" userId="9001fa187a0e9ba7" providerId="Windows Live" clId="Web-{63562631-3F58-6A5E-1FAC-D77495CC9C3A}" dt="2025-04-02T21:00:38.581" v="94"/>
          <ac:spMkLst>
            <pc:docMk/>
            <pc:sldMk cId="2823867197" sldId="257"/>
            <ac:spMk id="148" creationId="{B78F2EBF-B3B5-5BC6-A437-CAD4A89082AC}"/>
          </ac:spMkLst>
        </pc:spChg>
        <pc:spChg chg="del">
          <ac:chgData name="tony_pap5 tony_pap5" userId="9001fa187a0e9ba7" providerId="Windows Live" clId="Web-{63562631-3F58-6A5E-1FAC-D77495CC9C3A}" dt="2025-04-02T20:57:31.382" v="61"/>
          <ac:spMkLst>
            <pc:docMk/>
            <pc:sldMk cId="2823867197" sldId="257"/>
            <ac:spMk id="149" creationId="{D2B24E0C-C483-D789-336B-4C006745CF66}"/>
          </ac:spMkLst>
        </pc:spChg>
        <pc:spChg chg="del">
          <ac:chgData name="tony_pap5 tony_pap5" userId="9001fa187a0e9ba7" providerId="Windows Live" clId="Web-{63562631-3F58-6A5E-1FAC-D77495CC9C3A}" dt="2025-04-02T20:57:31.382" v="60"/>
          <ac:spMkLst>
            <pc:docMk/>
            <pc:sldMk cId="2823867197" sldId="257"/>
            <ac:spMk id="150" creationId="{4EE59908-2AE8-2B74-3C9E-D63E145EF8B7}"/>
          </ac:spMkLst>
        </pc:spChg>
        <pc:spChg chg="del">
          <ac:chgData name="tony_pap5 tony_pap5" userId="9001fa187a0e9ba7" providerId="Windows Live" clId="Web-{63562631-3F58-6A5E-1FAC-D77495CC9C3A}" dt="2025-04-02T20:57:48.290" v="70"/>
          <ac:spMkLst>
            <pc:docMk/>
            <pc:sldMk cId="2823867197" sldId="257"/>
            <ac:spMk id="151" creationId="{F068FB25-5EDB-135A-08D3-C557B63AC544}"/>
          </ac:spMkLst>
        </pc:spChg>
        <pc:spChg chg="del">
          <ac:chgData name="tony_pap5 tony_pap5" userId="9001fa187a0e9ba7" providerId="Windows Live" clId="Web-{63562631-3F58-6A5E-1FAC-D77495CC9C3A}" dt="2025-04-02T20:57:48.290" v="69"/>
          <ac:spMkLst>
            <pc:docMk/>
            <pc:sldMk cId="2823867197" sldId="257"/>
            <ac:spMk id="152" creationId="{614651DB-AFA0-5E3C-66FB-C0F865771EA8}"/>
          </ac:spMkLst>
        </pc:spChg>
        <pc:spChg chg="del">
          <ac:chgData name="tony_pap5 tony_pap5" userId="9001fa187a0e9ba7" providerId="Windows Live" clId="Web-{63562631-3F58-6A5E-1FAC-D77495CC9C3A}" dt="2025-04-02T21:00:38.581" v="93"/>
          <ac:spMkLst>
            <pc:docMk/>
            <pc:sldMk cId="2823867197" sldId="257"/>
            <ac:spMk id="154" creationId="{62C29997-A2E8-7183-2AFD-C76FFDB7E134}"/>
          </ac:spMkLst>
        </pc:spChg>
        <pc:spChg chg="del">
          <ac:chgData name="tony_pap5 tony_pap5" userId="9001fa187a0e9ba7" providerId="Windows Live" clId="Web-{63562631-3F58-6A5E-1FAC-D77495CC9C3A}" dt="2025-04-02T20:55:11.327" v="27"/>
          <ac:spMkLst>
            <pc:docMk/>
            <pc:sldMk cId="2823867197" sldId="257"/>
            <ac:spMk id="155" creationId="{85C76EED-E1D5-AE0A-7E4A-127211819BB7}"/>
          </ac:spMkLst>
        </pc:spChg>
        <pc:spChg chg="del">
          <ac:chgData name="tony_pap5 tony_pap5" userId="9001fa187a0e9ba7" providerId="Windows Live" clId="Web-{63562631-3F58-6A5E-1FAC-D77495CC9C3A}" dt="2025-04-02T20:57:48.290" v="68"/>
          <ac:spMkLst>
            <pc:docMk/>
            <pc:sldMk cId="2823867197" sldId="257"/>
            <ac:spMk id="156" creationId="{DD69168D-77D5-0E19-5876-51E1592A35AB}"/>
          </ac:spMkLst>
        </pc:spChg>
        <pc:spChg chg="mod">
          <ac:chgData name="tony_pap5 tony_pap5" userId="9001fa187a0e9ba7" providerId="Windows Live" clId="Web-{63562631-3F58-6A5E-1FAC-D77495CC9C3A}" dt="2025-04-02T21:09:41.589" v="351" actId="1076"/>
          <ac:spMkLst>
            <pc:docMk/>
            <pc:sldMk cId="2823867197" sldId="257"/>
            <ac:spMk id="219" creationId="{4C9BA6AF-C98B-48A1-E6B5-85723638476E}"/>
          </ac:spMkLst>
        </pc:spChg>
        <pc:spChg chg="mod">
          <ac:chgData name="tony_pap5 tony_pap5" userId="9001fa187a0e9ba7" providerId="Windows Live" clId="Web-{63562631-3F58-6A5E-1FAC-D77495CC9C3A}" dt="2025-04-02T21:04:51.821" v="268" actId="1076"/>
          <ac:spMkLst>
            <pc:docMk/>
            <pc:sldMk cId="2823867197" sldId="257"/>
            <ac:spMk id="229" creationId="{25C36B11-9C3A-E623-3990-EE33BAE44B58}"/>
          </ac:spMkLst>
        </pc:spChg>
        <pc:spChg chg="mod">
          <ac:chgData name="tony_pap5 tony_pap5" userId="9001fa187a0e9ba7" providerId="Windows Live" clId="Web-{63562631-3F58-6A5E-1FAC-D77495CC9C3A}" dt="2025-04-02T21:04:51.836" v="269" actId="1076"/>
          <ac:spMkLst>
            <pc:docMk/>
            <pc:sldMk cId="2823867197" sldId="257"/>
            <ac:spMk id="230" creationId="{BA80B9B1-0A1E-E9D6-34BC-51EB861C94A5}"/>
          </ac:spMkLst>
        </pc:spChg>
        <pc:spChg chg="mod">
          <ac:chgData name="tony_pap5 tony_pap5" userId="9001fa187a0e9ba7" providerId="Windows Live" clId="Web-{63562631-3F58-6A5E-1FAC-D77495CC9C3A}" dt="2025-04-02T21:04:51.852" v="270" actId="1076"/>
          <ac:spMkLst>
            <pc:docMk/>
            <pc:sldMk cId="2823867197" sldId="257"/>
            <ac:spMk id="232" creationId="{EBBD33F4-18B6-2838-C857-5DBB75ED6735}"/>
          </ac:spMkLst>
        </pc:spChg>
        <pc:spChg chg="mod">
          <ac:chgData name="tony_pap5 tony_pap5" userId="9001fa187a0e9ba7" providerId="Windows Live" clId="Web-{63562631-3F58-6A5E-1FAC-D77495CC9C3A}" dt="2025-04-02T21:09:41.604" v="352" actId="1076"/>
          <ac:spMkLst>
            <pc:docMk/>
            <pc:sldMk cId="2823867197" sldId="257"/>
            <ac:spMk id="241" creationId="{04A16201-BDD3-CCC5-E7A9-E4FB753485FE}"/>
          </ac:spMkLst>
        </pc:spChg>
        <pc:spChg chg="mod">
          <ac:chgData name="tony_pap5 tony_pap5" userId="9001fa187a0e9ba7" providerId="Windows Live" clId="Web-{63562631-3F58-6A5E-1FAC-D77495CC9C3A}" dt="2025-04-02T21:09:41.620" v="353" actId="1076"/>
          <ac:spMkLst>
            <pc:docMk/>
            <pc:sldMk cId="2823867197" sldId="257"/>
            <ac:spMk id="279" creationId="{961E1842-447F-3EBF-FD68-C7F0856A343F}"/>
          </ac:spMkLst>
        </pc:spChg>
        <pc:spChg chg="mod">
          <ac:chgData name="tony_pap5 tony_pap5" userId="9001fa187a0e9ba7" providerId="Windows Live" clId="Web-{63562631-3F58-6A5E-1FAC-D77495CC9C3A}" dt="2025-04-02T21:04:51.868" v="271" actId="1076"/>
          <ac:spMkLst>
            <pc:docMk/>
            <pc:sldMk cId="2823867197" sldId="257"/>
            <ac:spMk id="288" creationId="{3E25E17F-8624-0383-60E2-630FBAB8A6B3}"/>
          </ac:spMkLst>
        </pc:spChg>
        <pc:spChg chg="mod">
          <ac:chgData name="tony_pap5 tony_pap5" userId="9001fa187a0e9ba7" providerId="Windows Live" clId="Web-{63562631-3F58-6A5E-1FAC-D77495CC9C3A}" dt="2025-04-02T21:09:41.636" v="354" actId="1076"/>
          <ac:spMkLst>
            <pc:docMk/>
            <pc:sldMk cId="2823867197" sldId="257"/>
            <ac:spMk id="290" creationId="{E84EB391-7ED4-0B16-A4C1-624BE0D4B6B7}"/>
          </ac:spMkLst>
        </pc:spChg>
        <pc:grpChg chg="del">
          <ac:chgData name="tony_pap5 tony_pap5" userId="9001fa187a0e9ba7" providerId="Windows Live" clId="Web-{63562631-3F58-6A5E-1FAC-D77495CC9C3A}" dt="2025-04-02T20:57:31.398" v="65"/>
          <ac:grpSpMkLst>
            <pc:docMk/>
            <pc:sldMk cId="2823867197" sldId="257"/>
            <ac:grpSpMk id="171" creationId="{ECB8378E-E8DB-C6DA-76CE-1F2BD1C4ACBB}"/>
          </ac:grpSpMkLst>
        </pc:grpChg>
        <pc:cxnChg chg="add mod ord">
          <ac:chgData name="tony_pap5 tony_pap5" userId="9001fa187a0e9ba7" providerId="Windows Live" clId="Web-{63562631-3F58-6A5E-1FAC-D77495CC9C3A}" dt="2025-04-02T21:09:41.370" v="337" actId="1076"/>
          <ac:cxnSpMkLst>
            <pc:docMk/>
            <pc:sldMk cId="2823867197" sldId="257"/>
            <ac:cxnSpMk id="4" creationId="{725D1DBD-2EE9-2507-34BC-604C9C13E882}"/>
          </ac:cxnSpMkLst>
        </pc:cxnChg>
        <pc:cxnChg chg="add mod">
          <ac:chgData name="tony_pap5 tony_pap5" userId="9001fa187a0e9ba7" providerId="Windows Live" clId="Web-{63562631-3F58-6A5E-1FAC-D77495CC9C3A}" dt="2025-04-02T21:09:41.651" v="355" actId="1076"/>
          <ac:cxnSpMkLst>
            <pc:docMk/>
            <pc:sldMk cId="2823867197" sldId="257"/>
            <ac:cxnSpMk id="10" creationId="{9ED4A7DE-75A7-F13E-C5B1-2DA6F975F329}"/>
          </ac:cxnSpMkLst>
        </pc:cxnChg>
        <pc:cxnChg chg="del mod">
          <ac:chgData name="tony_pap5 tony_pap5" userId="9001fa187a0e9ba7" providerId="Windows Live" clId="Web-{63562631-3F58-6A5E-1FAC-D77495CC9C3A}" dt="2025-04-02T21:01:52.305" v="139"/>
          <ac:cxnSpMkLst>
            <pc:docMk/>
            <pc:sldMk cId="2823867197" sldId="257"/>
            <ac:cxnSpMk id="11" creationId="{4027D32A-B600-96E8-CF49-D1C306A958F3}"/>
          </ac:cxnSpMkLst>
        </pc:cxnChg>
        <pc:cxnChg chg="del mod">
          <ac:chgData name="tony_pap5 tony_pap5" userId="9001fa187a0e9ba7" providerId="Windows Live" clId="Web-{63562631-3F58-6A5E-1FAC-D77495CC9C3A}" dt="2025-04-02T21:01:56.805" v="140"/>
          <ac:cxnSpMkLst>
            <pc:docMk/>
            <pc:sldMk cId="2823867197" sldId="257"/>
            <ac:cxnSpMk id="12" creationId="{26B8A80E-8023-60D3-E7CF-17FB2E7C39DC}"/>
          </ac:cxnSpMkLst>
        </pc:cxnChg>
        <pc:cxnChg chg="del mod">
          <ac:chgData name="tony_pap5 tony_pap5" userId="9001fa187a0e9ba7" providerId="Windows Live" clId="Web-{63562631-3F58-6A5E-1FAC-D77495CC9C3A}" dt="2025-04-02T21:01:57.743" v="141"/>
          <ac:cxnSpMkLst>
            <pc:docMk/>
            <pc:sldMk cId="2823867197" sldId="257"/>
            <ac:cxnSpMk id="19" creationId="{A0B12C98-36AB-49B3-8E0C-B5E9D1A89D13}"/>
          </ac:cxnSpMkLst>
        </pc:cxnChg>
        <pc:cxnChg chg="del mod">
          <ac:chgData name="tony_pap5 tony_pap5" userId="9001fa187a0e9ba7" providerId="Windows Live" clId="Web-{63562631-3F58-6A5E-1FAC-D77495CC9C3A}" dt="2025-04-02T21:01:58.790" v="142"/>
          <ac:cxnSpMkLst>
            <pc:docMk/>
            <pc:sldMk cId="2823867197" sldId="257"/>
            <ac:cxnSpMk id="22" creationId="{B9F35BC9-F94E-BD12-9AC4-82952CDB02A6}"/>
          </ac:cxnSpMkLst>
        </pc:cxnChg>
        <pc:cxnChg chg="del mod">
          <ac:chgData name="tony_pap5 tony_pap5" userId="9001fa187a0e9ba7" providerId="Windows Live" clId="Web-{63562631-3F58-6A5E-1FAC-D77495CC9C3A}" dt="2025-04-02T21:01:59.836" v="143"/>
          <ac:cxnSpMkLst>
            <pc:docMk/>
            <pc:sldMk cId="2823867197" sldId="257"/>
            <ac:cxnSpMk id="26" creationId="{FA9AFDC9-64FE-85F3-86A4-59937E53EC2F}"/>
          </ac:cxnSpMkLst>
        </pc:cxnChg>
        <pc:cxnChg chg="mod">
          <ac:chgData name="tony_pap5 tony_pap5" userId="9001fa187a0e9ba7" providerId="Windows Live" clId="Web-{63562631-3F58-6A5E-1FAC-D77495CC9C3A}" dt="2025-04-02T21:04:51.727" v="262" actId="1076"/>
          <ac:cxnSpMkLst>
            <pc:docMk/>
            <pc:sldMk cId="2823867197" sldId="257"/>
            <ac:cxnSpMk id="45" creationId="{DF0E72C8-36CE-5BDC-336F-0EF08CF4A82A}"/>
          </ac:cxnSpMkLst>
        </pc:cxnChg>
        <pc:cxnChg chg="mod">
          <ac:chgData name="tony_pap5 tony_pap5" userId="9001fa187a0e9ba7" providerId="Windows Live" clId="Web-{63562631-3F58-6A5E-1FAC-D77495CC9C3A}" dt="2025-04-02T21:04:51.743" v="263" actId="1076"/>
          <ac:cxnSpMkLst>
            <pc:docMk/>
            <pc:sldMk cId="2823867197" sldId="257"/>
            <ac:cxnSpMk id="46" creationId="{CD8EF862-6514-616D-BD81-99E7BC18A422}"/>
          </ac:cxnSpMkLst>
        </pc:cxnChg>
        <pc:cxnChg chg="mod">
          <ac:chgData name="tony_pap5 tony_pap5" userId="9001fa187a0e9ba7" providerId="Windows Live" clId="Web-{63562631-3F58-6A5E-1FAC-D77495CC9C3A}" dt="2025-04-02T21:04:51.758" v="264" actId="1076"/>
          <ac:cxnSpMkLst>
            <pc:docMk/>
            <pc:sldMk cId="2823867197" sldId="257"/>
            <ac:cxnSpMk id="50" creationId="{2ED457BE-C913-97D9-7D58-6298D4A46341}"/>
          </ac:cxnSpMkLst>
        </pc:cxnChg>
        <pc:cxnChg chg="mod">
          <ac:chgData name="tony_pap5 tony_pap5" userId="9001fa187a0e9ba7" providerId="Windows Live" clId="Web-{63562631-3F58-6A5E-1FAC-D77495CC9C3A}" dt="2025-04-02T21:04:51.774" v="265" actId="1076"/>
          <ac:cxnSpMkLst>
            <pc:docMk/>
            <pc:sldMk cId="2823867197" sldId="257"/>
            <ac:cxnSpMk id="55" creationId="{9B29959B-4FF6-8388-A437-2ED2E13770B9}"/>
          </ac:cxnSpMkLst>
        </pc:cxnChg>
        <pc:cxnChg chg="del mod">
          <ac:chgData name="tony_pap5 tony_pap5" userId="9001fa187a0e9ba7" providerId="Windows Live" clId="Web-{63562631-3F58-6A5E-1FAC-D77495CC9C3A}" dt="2025-04-02T21:00:31.519" v="91"/>
          <ac:cxnSpMkLst>
            <pc:docMk/>
            <pc:sldMk cId="2823867197" sldId="257"/>
            <ac:cxnSpMk id="57" creationId="{E775D899-702F-66AB-34F6-28BED4C48A3D}"/>
          </ac:cxnSpMkLst>
        </pc:cxnChg>
        <pc:cxnChg chg="del mod">
          <ac:chgData name="tony_pap5 tony_pap5" userId="9001fa187a0e9ba7" providerId="Windows Live" clId="Web-{63562631-3F58-6A5E-1FAC-D77495CC9C3A}" dt="2025-04-02T21:00:31.519" v="90"/>
          <ac:cxnSpMkLst>
            <pc:docMk/>
            <pc:sldMk cId="2823867197" sldId="257"/>
            <ac:cxnSpMk id="60" creationId="{B84F6334-87D2-340C-C4D7-22BFB94B1C8D}"/>
          </ac:cxnSpMkLst>
        </pc:cxnChg>
        <pc:cxnChg chg="del mod">
          <ac:chgData name="tony_pap5 tony_pap5" userId="9001fa187a0e9ba7" providerId="Windows Live" clId="Web-{63562631-3F58-6A5E-1FAC-D77495CC9C3A}" dt="2025-04-02T21:00:31.519" v="89"/>
          <ac:cxnSpMkLst>
            <pc:docMk/>
            <pc:sldMk cId="2823867197" sldId="257"/>
            <ac:cxnSpMk id="63" creationId="{DDCB7D44-029E-B6B7-70A9-BE29DB988A9E}"/>
          </ac:cxnSpMkLst>
        </pc:cxnChg>
        <pc:cxnChg chg="del mod">
          <ac:chgData name="tony_pap5 tony_pap5" userId="9001fa187a0e9ba7" providerId="Windows Live" clId="Web-{63562631-3F58-6A5E-1FAC-D77495CC9C3A}" dt="2025-04-02T21:00:31.519" v="88"/>
          <ac:cxnSpMkLst>
            <pc:docMk/>
            <pc:sldMk cId="2823867197" sldId="257"/>
            <ac:cxnSpMk id="71" creationId="{BDF32A9C-68B7-6A86-4F1C-18D3E0819C01}"/>
          </ac:cxnSpMkLst>
        </pc:cxnChg>
        <pc:cxnChg chg="add del">
          <ac:chgData name="tony_pap5 tony_pap5" userId="9001fa187a0e9ba7" providerId="Windows Live" clId="Web-{63562631-3F58-6A5E-1FAC-D77495CC9C3A}" dt="2025-04-02T20:55:59.533" v="34"/>
          <ac:cxnSpMkLst>
            <pc:docMk/>
            <pc:sldMk cId="2823867197" sldId="257"/>
            <ac:cxnSpMk id="77" creationId="{DB2C4F0A-0929-28E6-7C8E-C9B3B9CFAD73}"/>
          </ac:cxnSpMkLst>
        </pc:cxnChg>
        <pc:cxnChg chg="del">
          <ac:chgData name="tony_pap5 tony_pap5" userId="9001fa187a0e9ba7" providerId="Windows Live" clId="Web-{63562631-3F58-6A5E-1FAC-D77495CC9C3A}" dt="2025-04-02T20:57:48.290" v="74"/>
          <ac:cxnSpMkLst>
            <pc:docMk/>
            <pc:sldMk cId="2823867197" sldId="257"/>
            <ac:cxnSpMk id="78" creationId="{2FE7668B-7249-772A-8D64-69D2A2370206}"/>
          </ac:cxnSpMkLst>
        </pc:cxnChg>
        <pc:cxnChg chg="del mod">
          <ac:chgData name="tony_pap5 tony_pap5" userId="9001fa187a0e9ba7" providerId="Windows Live" clId="Web-{63562631-3F58-6A5E-1FAC-D77495CC9C3A}" dt="2025-04-02T21:02:00.868" v="144"/>
          <ac:cxnSpMkLst>
            <pc:docMk/>
            <pc:sldMk cId="2823867197" sldId="257"/>
            <ac:cxnSpMk id="79" creationId="{41ABEC21-F3FD-A1A7-DAEE-231623F26669}"/>
          </ac:cxnSpMkLst>
        </pc:cxnChg>
        <pc:cxnChg chg="mod">
          <ac:chgData name="tony_pap5 tony_pap5" userId="9001fa187a0e9ba7" providerId="Windows Live" clId="Web-{63562631-3F58-6A5E-1FAC-D77495CC9C3A}" dt="2025-04-02T21:09:41.479" v="344" actId="1076"/>
          <ac:cxnSpMkLst>
            <pc:docMk/>
            <pc:sldMk cId="2823867197" sldId="257"/>
            <ac:cxnSpMk id="83" creationId="{E3D28BB1-E1C0-4AFE-1CC6-8B6634BACE9C}"/>
          </ac:cxnSpMkLst>
        </pc:cxnChg>
        <pc:cxnChg chg="mod">
          <ac:chgData name="tony_pap5 tony_pap5" userId="9001fa187a0e9ba7" providerId="Windows Live" clId="Web-{63562631-3F58-6A5E-1FAC-D77495CC9C3A}" dt="2025-04-02T21:09:41.495" v="345" actId="1076"/>
          <ac:cxnSpMkLst>
            <pc:docMk/>
            <pc:sldMk cId="2823867197" sldId="257"/>
            <ac:cxnSpMk id="86" creationId="{AE4E92CD-FCE2-3285-57A1-1B1C3B1D3F70}"/>
          </ac:cxnSpMkLst>
        </pc:cxnChg>
        <pc:cxnChg chg="mod">
          <ac:chgData name="tony_pap5 tony_pap5" userId="9001fa187a0e9ba7" providerId="Windows Live" clId="Web-{63562631-3F58-6A5E-1FAC-D77495CC9C3A}" dt="2025-04-02T21:09:41.526" v="347" actId="1076"/>
          <ac:cxnSpMkLst>
            <pc:docMk/>
            <pc:sldMk cId="2823867197" sldId="257"/>
            <ac:cxnSpMk id="98" creationId="{2F3F2D67-8581-2C3E-64BB-8D6D68733CCF}"/>
          </ac:cxnSpMkLst>
        </pc:cxnChg>
        <pc:cxnChg chg="mod">
          <ac:chgData name="tony_pap5 tony_pap5" userId="9001fa187a0e9ba7" providerId="Windows Live" clId="Web-{63562631-3F58-6A5E-1FAC-D77495CC9C3A}" dt="2025-04-02T21:09:41.542" v="348" actId="1076"/>
          <ac:cxnSpMkLst>
            <pc:docMk/>
            <pc:sldMk cId="2823867197" sldId="257"/>
            <ac:cxnSpMk id="100" creationId="{183B9E98-3DE1-608E-6FC6-C2D9E2907919}"/>
          </ac:cxnSpMkLst>
        </pc:cxnChg>
        <pc:cxnChg chg="mod ord">
          <ac:chgData name="tony_pap5 tony_pap5" userId="9001fa187a0e9ba7" providerId="Windows Live" clId="Web-{63562631-3F58-6A5E-1FAC-D77495CC9C3A}" dt="2025-04-02T21:09:41.386" v="338" actId="1076"/>
          <ac:cxnSpMkLst>
            <pc:docMk/>
            <pc:sldMk cId="2823867197" sldId="257"/>
            <ac:cxnSpMk id="105" creationId="{C3937B48-C278-344D-AC4E-2A2D0B5C6DFC}"/>
          </ac:cxnSpMkLst>
        </pc:cxnChg>
        <pc:cxnChg chg="del mod">
          <ac:chgData name="tony_pap5 tony_pap5" userId="9001fa187a0e9ba7" providerId="Windows Live" clId="Web-{63562631-3F58-6A5E-1FAC-D77495CC9C3A}" dt="2025-04-02T20:57:31.398" v="64"/>
          <ac:cxnSpMkLst>
            <pc:docMk/>
            <pc:sldMk cId="2823867197" sldId="257"/>
            <ac:cxnSpMk id="108" creationId="{E676732D-7D14-CA8D-CF6C-7C792B9B7715}"/>
          </ac:cxnSpMkLst>
        </pc:cxnChg>
        <pc:cxnChg chg="del">
          <ac:chgData name="tony_pap5 tony_pap5" userId="9001fa187a0e9ba7" providerId="Windows Live" clId="Web-{63562631-3F58-6A5E-1FAC-D77495CC9C3A}" dt="2025-04-02T20:57:37.586" v="67"/>
          <ac:cxnSpMkLst>
            <pc:docMk/>
            <pc:sldMk cId="2823867197" sldId="257"/>
            <ac:cxnSpMk id="130" creationId="{0805580C-1E33-7F0E-8D8D-7ADFA7421629}"/>
          </ac:cxnSpMkLst>
        </pc:cxnChg>
        <pc:cxnChg chg="del">
          <ac:chgData name="tony_pap5 tony_pap5" userId="9001fa187a0e9ba7" providerId="Windows Live" clId="Web-{63562631-3F58-6A5E-1FAC-D77495CC9C3A}" dt="2025-04-02T21:00:35.972" v="92"/>
          <ac:cxnSpMkLst>
            <pc:docMk/>
            <pc:sldMk cId="2823867197" sldId="257"/>
            <ac:cxnSpMk id="135" creationId="{83384D33-356B-9806-57FD-91A13DF1A31D}"/>
          </ac:cxnSpMkLst>
        </pc:cxnChg>
        <pc:cxnChg chg="del">
          <ac:chgData name="tony_pap5 tony_pap5" userId="9001fa187a0e9ba7" providerId="Windows Live" clId="Web-{63562631-3F58-6A5E-1FAC-D77495CC9C3A}" dt="2025-04-02T20:57:48.290" v="73"/>
          <ac:cxnSpMkLst>
            <pc:docMk/>
            <pc:sldMk cId="2823867197" sldId="257"/>
            <ac:cxnSpMk id="144" creationId="{30C2ADCB-3DF7-B2FF-02DA-B1D2556D99FD}"/>
          </ac:cxnSpMkLst>
        </pc:cxnChg>
      </pc:sldChg>
    </pc:docChg>
  </pc:docChgLst>
  <pc:docChgLst>
    <pc:chgData name="tony_pap5 tony_pap5" userId="9001fa187a0e9ba7" providerId="Windows Live" clId="Web-{F38ECEC7-EB1B-5AAA-E746-40DBBEAA6192}"/>
    <pc:docChg chg="addSld sldOrd">
      <pc:chgData name="tony_pap5 tony_pap5" userId="9001fa187a0e9ba7" providerId="Windows Live" clId="Web-{F38ECEC7-EB1B-5AAA-E746-40DBBEAA6192}" dt="2025-04-02T21:11:12.501" v="1"/>
      <pc:docMkLst>
        <pc:docMk/>
      </pc:docMkLst>
      <pc:sldChg chg="add ord">
        <pc:chgData name="tony_pap5 tony_pap5" userId="9001fa187a0e9ba7" providerId="Windows Live" clId="Web-{F38ECEC7-EB1B-5AAA-E746-40DBBEAA6192}" dt="2025-04-02T21:11:12.501" v="1"/>
        <pc:sldMkLst>
          <pc:docMk/>
          <pc:sldMk cId="3559135741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488B2-CBDF-75A7-37A7-64C723B49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1ABE1-FE08-710D-27B8-932C5EF11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EAFB9-892E-8BAA-2504-C8938A7FB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94F01-5E39-214A-91FB-0F62DB2BA235}" type="datetimeFigureOut">
              <a:rPr lang="en-GR" smtClean="0"/>
              <a:t>09/09/2025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EAB42-6DFD-EDF8-B2BC-797814C51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522B8-9814-DB97-7AD6-48D9D1090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6DDD-26AA-4A4F-9B16-E6371C08F306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724461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063D8-AE54-5896-30B6-142020E0F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F6372-E0C5-DFC8-D20C-F4D768ED4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24A25-7766-BB67-CBC8-52500C312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94F01-5E39-214A-91FB-0F62DB2BA235}" type="datetimeFigureOut">
              <a:rPr lang="en-GR" smtClean="0"/>
              <a:t>09/09/2025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1AB0E-1D0A-400D-A79A-1CFFCBFC4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24D4C-6865-58FA-BE59-CEE4F8030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6DDD-26AA-4A4F-9B16-E6371C08F306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740651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BB6FA-2E80-4E62-4581-6309F9C5D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B5474-D809-79F7-1ECA-E24F63777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059C4-EBC6-D581-1487-C39419D24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94F01-5E39-214A-91FB-0F62DB2BA235}" type="datetimeFigureOut">
              <a:rPr lang="en-GR" smtClean="0"/>
              <a:t>09/09/2025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0B482-623C-526C-EE95-98605A9C4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0741E-FBFD-69CC-64F2-106C70CF6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6DDD-26AA-4A4F-9B16-E6371C08F306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559042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FE802-0413-D170-D752-555884125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81605-EDEF-B881-46B0-CE679CD44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356020-F68D-30CF-2484-F4ED52D92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B6C959-029B-2AD3-85EE-4BEBA5632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94F01-5E39-214A-91FB-0F62DB2BA235}" type="datetimeFigureOut">
              <a:rPr lang="en-GR" smtClean="0"/>
              <a:t>09/09/2025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BCA3E-959C-8401-F73A-DDDAD1CD5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8A28A-2D94-C6DA-6180-4CD4F22C3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6DDD-26AA-4A4F-9B16-E6371C08F306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23529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0BB74-303C-D6B7-53DD-B36CE362B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7B589-B4F1-3A2B-602B-E7C8647FF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27895-CCCB-90C1-35C7-F94CC3797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D77705-47F0-BEA4-EC64-9942889156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E212C6-B72A-2B22-D844-37DD8B2A36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DFFFC5-76E0-7CEF-A42A-3D337FC25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94F01-5E39-214A-91FB-0F62DB2BA235}" type="datetimeFigureOut">
              <a:rPr lang="en-GR" smtClean="0"/>
              <a:t>09/09/2025</a:t>
            </a:fld>
            <a:endParaRPr lang="en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581AFE-549D-1E17-5F91-6EFF409FD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FFA16C-CFC4-0A2E-90B6-14662D790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6DDD-26AA-4A4F-9B16-E6371C08F306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416497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E143D-3A7C-3BCD-CC1F-86F21ACFD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68EE72-B141-83A4-3AF8-8D3E1E2D2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94F01-5E39-214A-91FB-0F62DB2BA235}" type="datetimeFigureOut">
              <a:rPr lang="en-GR" smtClean="0"/>
              <a:t>09/09/2025</a:t>
            </a:fld>
            <a:endParaRPr lang="en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6F422F-8EF6-9CCE-6CD1-E0189A75D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F1C701-ACCA-B49B-308C-41AB13D86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6DDD-26AA-4A4F-9B16-E6371C08F306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128243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6AFBA5-D92D-EC33-37B4-F62761291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94F01-5E39-214A-91FB-0F62DB2BA235}" type="datetimeFigureOut">
              <a:rPr lang="en-GR" smtClean="0"/>
              <a:t>09/09/2025</a:t>
            </a:fld>
            <a:endParaRPr lang="en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2ABBB0-9335-2FBF-96A9-ABC484455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23AA2-68F2-C178-9877-8E3D8B690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6DDD-26AA-4A4F-9B16-E6371C08F306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310525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09EC6-758A-A4C6-E95E-9E6E4F447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68D9A-BF72-34F4-1111-B5122B351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BB89E-A6D7-F4C7-38FA-E78B15879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9681C-5F5A-BDBA-19F4-0ADE0C142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94F01-5E39-214A-91FB-0F62DB2BA235}" type="datetimeFigureOut">
              <a:rPr lang="en-GR" smtClean="0"/>
              <a:t>09/09/2025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ECEA0-3C1C-4C29-1377-3CEE21B25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7612C4-519F-6FCC-E88D-F06B23247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6DDD-26AA-4A4F-9B16-E6371C08F306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095240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5EC66-2997-3CB5-307D-F2901BA9D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C04F04-ED03-75A1-E048-C4BEF5EDF9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CCCD89-9FF2-D575-36C9-B6D3DEA17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CC5B9-978A-89F2-BE2C-C66FC7357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94F01-5E39-214A-91FB-0F62DB2BA235}" type="datetimeFigureOut">
              <a:rPr lang="en-GR" smtClean="0"/>
              <a:t>09/09/2025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C1579-569C-E321-0243-59B247552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E46F2-05E0-5180-0DC0-1551ACA61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6DDD-26AA-4A4F-9B16-E6371C08F306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070752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57C15-DFA8-D575-B7C8-F3FE08FCF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7B2E58-DA6C-DBC4-0B60-BF13C342A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7CE20-412D-6F15-BCD4-FE12296E3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94F01-5E39-214A-91FB-0F62DB2BA235}" type="datetimeFigureOut">
              <a:rPr lang="en-GR" smtClean="0"/>
              <a:t>09/09/2025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A360E-43DC-ABDF-86F3-E17039D8C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41FAB-E0A1-FBDD-7780-B8164C654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6DDD-26AA-4A4F-9B16-E6371C08F306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5366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58CABA-90EE-7C6A-6CC8-0E8348B0AA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10DD1C-7C44-7DCF-B267-260A4B785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FF8EB-C7EC-CF79-93E7-CAA109594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94F01-5E39-214A-91FB-0F62DB2BA235}" type="datetimeFigureOut">
              <a:rPr lang="en-GR" smtClean="0"/>
              <a:t>09/09/2025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AB3FC-E0EA-C431-8E14-BFED9312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0AC24-5CD9-28D3-A8B3-554B2F32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6DDD-26AA-4A4F-9B16-E6371C08F306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828594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F04FB-228D-5546-A999-C4CBB47E0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4D099-2A76-30B3-D67B-F4E18E671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E55B7-A9D7-9E85-7FA0-433AA32E0C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F94F01-5E39-214A-91FB-0F62DB2BA235}" type="datetimeFigureOut">
              <a:rPr lang="en-GR" smtClean="0"/>
              <a:t>09/09/2025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961DA-AE77-549D-D06D-84017AC0AD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DFFD9-D6A0-D008-7F01-B8EA470072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C6DDD-26AA-4A4F-9B16-E6371C08F306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6909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62A597D-F570-E39A-6EAC-380A21319CB7}"/>
              </a:ext>
            </a:extLst>
          </p:cNvPr>
          <p:cNvSpPr/>
          <p:nvPr/>
        </p:nvSpPr>
        <p:spPr>
          <a:xfrm>
            <a:off x="1956222" y="146848"/>
            <a:ext cx="1250302" cy="391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b="1" dirty="0"/>
              <a:t>Donor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3E5332F-FEE3-916A-208D-A5CDE5F8F1D6}"/>
              </a:ext>
            </a:extLst>
          </p:cNvPr>
          <p:cNvSpPr/>
          <p:nvPr/>
        </p:nvSpPr>
        <p:spPr>
          <a:xfrm>
            <a:off x="5567504" y="132388"/>
            <a:ext cx="1335323" cy="391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R" sz="2000" b="1" dirty="0"/>
              <a:t>Recipient</a:t>
            </a:r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ECB8378E-E8DB-C6DA-76CE-1F2BD1C4ACBB}"/>
              </a:ext>
            </a:extLst>
          </p:cNvPr>
          <p:cNvGrpSpPr/>
          <p:nvPr/>
        </p:nvGrpSpPr>
        <p:grpSpPr>
          <a:xfrm>
            <a:off x="8972741" y="70698"/>
            <a:ext cx="1420147" cy="546555"/>
            <a:chOff x="9593481" y="132388"/>
            <a:chExt cx="1420147" cy="546555"/>
          </a:xfrm>
        </p:grpSpPr>
        <p:sp>
          <p:nvSpPr>
            <p:cNvPr id="114" name="Rounded Rectangle 113">
              <a:extLst>
                <a:ext uri="{FF2B5EF4-FFF2-40B4-BE49-F238E27FC236}">
                  <a16:creationId xmlns:a16="http://schemas.microsoft.com/office/drawing/2014/main" id="{B2E650F1-39A6-77F5-18E4-C8AC9CBABD87}"/>
                </a:ext>
              </a:extLst>
            </p:cNvPr>
            <p:cNvSpPr/>
            <p:nvPr/>
          </p:nvSpPr>
          <p:spPr>
            <a:xfrm>
              <a:off x="9763326" y="287057"/>
              <a:ext cx="1250302" cy="39188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R" dirty="0"/>
                <a:t>Clients</a:t>
              </a:r>
            </a:p>
          </p:txBody>
        </p:sp>
        <p:sp>
          <p:nvSpPr>
            <p:cNvPr id="113" name="Rounded Rectangle 112">
              <a:extLst>
                <a:ext uri="{FF2B5EF4-FFF2-40B4-BE49-F238E27FC236}">
                  <a16:creationId xmlns:a16="http://schemas.microsoft.com/office/drawing/2014/main" id="{3A1C822C-9508-68D7-6F3C-8792A62BF7B2}"/>
                </a:ext>
              </a:extLst>
            </p:cNvPr>
            <p:cNvSpPr/>
            <p:nvPr/>
          </p:nvSpPr>
          <p:spPr>
            <a:xfrm>
              <a:off x="9670560" y="194291"/>
              <a:ext cx="1250302" cy="39188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R" dirty="0"/>
                <a:t>Clients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8EBF06F9-14AF-FF0B-DEC0-01F70530F74D}"/>
                </a:ext>
              </a:extLst>
            </p:cNvPr>
            <p:cNvSpPr/>
            <p:nvPr/>
          </p:nvSpPr>
          <p:spPr>
            <a:xfrm>
              <a:off x="9593481" y="132388"/>
              <a:ext cx="1250302" cy="39188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R" sz="2000" b="1" dirty="0"/>
                <a:t>Clients</a:t>
              </a:r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906BD66-CD50-F398-736E-783406F8EEF0}"/>
              </a:ext>
            </a:extLst>
          </p:cNvPr>
          <p:cNvSpPr/>
          <p:nvPr/>
        </p:nvSpPr>
        <p:spPr>
          <a:xfrm>
            <a:off x="1438744" y="931112"/>
            <a:ext cx="2285258" cy="36221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sz="2000"/>
              <a:t>MR </a:t>
            </a:r>
            <a:r>
              <a:rPr lang="en-GR" sz="2000" dirty="0"/>
              <a:t>Registration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24B56D1-52BB-E1D1-DE46-B3E75C0954C0}"/>
              </a:ext>
            </a:extLst>
          </p:cNvPr>
          <p:cNvSpPr/>
          <p:nvPr/>
        </p:nvSpPr>
        <p:spPr>
          <a:xfrm>
            <a:off x="1359068" y="2212772"/>
            <a:ext cx="2425960" cy="33683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sz="2000" dirty="0"/>
              <a:t>Transfer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27D32A-B600-96E8-CF49-D1C306A958F3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2581373" y="538734"/>
            <a:ext cx="0" cy="392378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B8A80E-8023-60D3-E7CF-17FB2E7C39DC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2572048" y="1293325"/>
            <a:ext cx="9325" cy="91944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CDEF923-3D34-B976-A6E5-F469705BA499}"/>
              </a:ext>
            </a:extLst>
          </p:cNvPr>
          <p:cNvSpPr/>
          <p:nvPr/>
        </p:nvSpPr>
        <p:spPr>
          <a:xfrm>
            <a:off x="1111120" y="3356189"/>
            <a:ext cx="2912797" cy="34568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sz="2000" dirty="0"/>
              <a:t>Spill Over Registration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0B12C98-36AB-49B3-8E0C-B5E9D1A89D13}"/>
              </a:ext>
            </a:extLst>
          </p:cNvPr>
          <p:cNvCxnSpPr>
            <a:cxnSpLocks/>
            <a:stCxn id="9" idx="2"/>
            <a:endCxn id="18" idx="0"/>
          </p:cNvCxnSpPr>
          <p:nvPr/>
        </p:nvCxnSpPr>
        <p:spPr>
          <a:xfrm flipH="1">
            <a:off x="2567519" y="2549602"/>
            <a:ext cx="4529" cy="80658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145B606-235C-CE55-B553-14DFB83C865F}"/>
              </a:ext>
            </a:extLst>
          </p:cNvPr>
          <p:cNvSpPr/>
          <p:nvPr/>
        </p:nvSpPr>
        <p:spPr>
          <a:xfrm>
            <a:off x="1446009" y="4438988"/>
            <a:ext cx="2243018" cy="38367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sz="2000" dirty="0"/>
              <a:t>Spill Over Transfer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8CAD1BD-1EBB-8283-30BD-28D3E3952AD8}"/>
              </a:ext>
            </a:extLst>
          </p:cNvPr>
          <p:cNvSpPr/>
          <p:nvPr/>
        </p:nvSpPr>
        <p:spPr>
          <a:xfrm>
            <a:off x="1267648" y="5785454"/>
            <a:ext cx="2599740" cy="35841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sz="2000" dirty="0"/>
              <a:t>Ownership Transfer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9F35BC9-F94E-BD12-9AC4-82952CDB02A6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 flipH="1">
            <a:off x="2567518" y="3701873"/>
            <a:ext cx="1" cy="73711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A9AFDC9-64FE-85F3-86A4-59937E53EC2F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2567518" y="4822667"/>
            <a:ext cx="0" cy="96278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AA95BC9-C409-3D0D-4B8B-BF2172E63DB6}"/>
              </a:ext>
            </a:extLst>
          </p:cNvPr>
          <p:cNvSpPr/>
          <p:nvPr/>
        </p:nvSpPr>
        <p:spPr>
          <a:xfrm>
            <a:off x="5063527" y="1573594"/>
            <a:ext cx="2351585" cy="31927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sz="2000" dirty="0"/>
              <a:t>Buffer Registration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0E8EE7A2-E179-2522-EAF2-4D68957A4646}"/>
              </a:ext>
            </a:extLst>
          </p:cNvPr>
          <p:cNvSpPr/>
          <p:nvPr/>
        </p:nvSpPr>
        <p:spPr>
          <a:xfrm>
            <a:off x="5345843" y="2696645"/>
            <a:ext cx="1786952" cy="35074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sz="2000" dirty="0"/>
              <a:t>Backpatching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25583FFF-FD1D-9FC0-BB06-568B49A84FAC}"/>
              </a:ext>
            </a:extLst>
          </p:cNvPr>
          <p:cNvSpPr/>
          <p:nvPr/>
        </p:nvSpPr>
        <p:spPr>
          <a:xfrm>
            <a:off x="4821962" y="5093467"/>
            <a:ext cx="2839065" cy="38644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sz="2000" dirty="0"/>
              <a:t>Spill Over Backpatching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F0E72C8-36CE-5BDC-336F-0EF08CF4A82A}"/>
              </a:ext>
            </a:extLst>
          </p:cNvPr>
          <p:cNvCxnSpPr>
            <a:cxnSpLocks/>
          </p:cNvCxnSpPr>
          <p:nvPr/>
        </p:nvCxnSpPr>
        <p:spPr>
          <a:xfrm>
            <a:off x="2572048" y="1611387"/>
            <a:ext cx="2491479" cy="0"/>
          </a:xfrm>
          <a:prstGeom prst="straightConnector1">
            <a:avLst/>
          </a:prstGeom>
          <a:ln w="222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D8EF862-6514-616D-BD81-99E7BC18A422}"/>
              </a:ext>
            </a:extLst>
          </p:cNvPr>
          <p:cNvCxnSpPr>
            <a:cxnSpLocks/>
          </p:cNvCxnSpPr>
          <p:nvPr/>
        </p:nvCxnSpPr>
        <p:spPr>
          <a:xfrm flipH="1">
            <a:off x="2618292" y="1847664"/>
            <a:ext cx="2445235" cy="0"/>
          </a:xfrm>
          <a:prstGeom prst="straightConnector1">
            <a:avLst/>
          </a:prstGeom>
          <a:ln w="222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ED457BE-C913-97D9-7D58-6298D4A46341}"/>
              </a:ext>
            </a:extLst>
          </p:cNvPr>
          <p:cNvCxnSpPr>
            <a:cxnSpLocks/>
          </p:cNvCxnSpPr>
          <p:nvPr/>
        </p:nvCxnSpPr>
        <p:spPr>
          <a:xfrm>
            <a:off x="2618292" y="2766362"/>
            <a:ext cx="2716423" cy="0"/>
          </a:xfrm>
          <a:prstGeom prst="straightConnector1">
            <a:avLst/>
          </a:prstGeom>
          <a:ln w="222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B29959B-4FF6-8388-A437-2ED2E13770B9}"/>
              </a:ext>
            </a:extLst>
          </p:cNvPr>
          <p:cNvCxnSpPr>
            <a:cxnSpLocks/>
          </p:cNvCxnSpPr>
          <p:nvPr/>
        </p:nvCxnSpPr>
        <p:spPr>
          <a:xfrm flipH="1">
            <a:off x="2584797" y="2970641"/>
            <a:ext cx="2749918" cy="0"/>
          </a:xfrm>
          <a:prstGeom prst="straightConnector1">
            <a:avLst/>
          </a:prstGeom>
          <a:ln w="222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775D899-702F-66AB-34F6-28BED4C48A3D}"/>
              </a:ext>
            </a:extLst>
          </p:cNvPr>
          <p:cNvCxnSpPr>
            <a:cxnSpLocks/>
            <a:stCxn id="6" idx="2"/>
            <a:endCxn id="39" idx="0"/>
          </p:cNvCxnSpPr>
          <p:nvPr/>
        </p:nvCxnSpPr>
        <p:spPr>
          <a:xfrm>
            <a:off x="6235166" y="524274"/>
            <a:ext cx="4154" cy="104932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84F6334-87D2-340C-C4D7-22BFB94B1C8D}"/>
              </a:ext>
            </a:extLst>
          </p:cNvPr>
          <p:cNvCxnSpPr>
            <a:cxnSpLocks/>
            <a:stCxn id="39" idx="2"/>
            <a:endCxn id="42" idx="0"/>
          </p:cNvCxnSpPr>
          <p:nvPr/>
        </p:nvCxnSpPr>
        <p:spPr>
          <a:xfrm flipH="1">
            <a:off x="6239319" y="1892872"/>
            <a:ext cx="1" cy="803773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DCB7D44-029E-B6B7-70A9-BE29DB988A9E}"/>
              </a:ext>
            </a:extLst>
          </p:cNvPr>
          <p:cNvCxnSpPr>
            <a:cxnSpLocks/>
            <a:stCxn id="42" idx="2"/>
            <a:endCxn id="68" idx="0"/>
          </p:cNvCxnSpPr>
          <p:nvPr/>
        </p:nvCxnSpPr>
        <p:spPr>
          <a:xfrm flipH="1">
            <a:off x="6222974" y="3047387"/>
            <a:ext cx="16345" cy="67060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407F005A-F914-F744-9A15-B7B55A8DA31A}"/>
              </a:ext>
            </a:extLst>
          </p:cNvPr>
          <p:cNvSpPr/>
          <p:nvPr/>
        </p:nvSpPr>
        <p:spPr>
          <a:xfrm>
            <a:off x="4629357" y="3717989"/>
            <a:ext cx="3187233" cy="54611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sz="2000" dirty="0"/>
              <a:t>Spill Over Buffer Registration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DF32A9C-68B7-6A86-4F1C-18D3E0819C01}"/>
              </a:ext>
            </a:extLst>
          </p:cNvPr>
          <p:cNvCxnSpPr>
            <a:cxnSpLocks/>
            <a:stCxn id="68" idx="2"/>
            <a:endCxn id="43" idx="0"/>
          </p:cNvCxnSpPr>
          <p:nvPr/>
        </p:nvCxnSpPr>
        <p:spPr>
          <a:xfrm>
            <a:off x="6222974" y="4264099"/>
            <a:ext cx="18521" cy="829368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285ED8AF-F51C-D680-1E3C-C0EE4E47ED78}"/>
              </a:ext>
            </a:extLst>
          </p:cNvPr>
          <p:cNvSpPr txBox="1"/>
          <p:nvPr/>
        </p:nvSpPr>
        <p:spPr>
          <a:xfrm>
            <a:off x="4821962" y="2921373"/>
            <a:ext cx="5125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R" dirty="0"/>
              <a:t>OK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B2C4F0A-0929-28E6-7C8E-C9B3B9CFAD73}"/>
              </a:ext>
            </a:extLst>
          </p:cNvPr>
          <p:cNvCxnSpPr>
            <a:cxnSpLocks/>
          </p:cNvCxnSpPr>
          <p:nvPr/>
        </p:nvCxnSpPr>
        <p:spPr>
          <a:xfrm>
            <a:off x="1034780" y="3240258"/>
            <a:ext cx="9183847" cy="50447"/>
          </a:xfrm>
          <a:prstGeom prst="line">
            <a:avLst/>
          </a:prstGeom>
          <a:ln w="25400">
            <a:solidFill>
              <a:srgbClr val="FF0000"/>
            </a:solidFill>
            <a:prstDash val="lg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FE7668B-7249-772A-8D64-69D2A2370206}"/>
              </a:ext>
            </a:extLst>
          </p:cNvPr>
          <p:cNvCxnSpPr>
            <a:cxnSpLocks/>
          </p:cNvCxnSpPr>
          <p:nvPr/>
        </p:nvCxnSpPr>
        <p:spPr>
          <a:xfrm flipV="1">
            <a:off x="932348" y="6305339"/>
            <a:ext cx="9286279" cy="8688"/>
          </a:xfrm>
          <a:prstGeom prst="line">
            <a:avLst/>
          </a:prstGeom>
          <a:ln w="25400">
            <a:solidFill>
              <a:srgbClr val="FF0000"/>
            </a:solidFill>
            <a:prstDash val="lg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41ABEC21-F3FD-A1A7-DAEE-231623F26669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2567518" y="6143865"/>
            <a:ext cx="0" cy="763563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3D28BB1-E1C0-4AFE-1CC6-8B6634BACE9C}"/>
              </a:ext>
            </a:extLst>
          </p:cNvPr>
          <p:cNvCxnSpPr>
            <a:cxnSpLocks/>
          </p:cNvCxnSpPr>
          <p:nvPr/>
        </p:nvCxnSpPr>
        <p:spPr>
          <a:xfrm>
            <a:off x="2618292" y="5130471"/>
            <a:ext cx="2203670" cy="0"/>
          </a:xfrm>
          <a:prstGeom prst="straightConnector1">
            <a:avLst/>
          </a:prstGeom>
          <a:ln w="222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E4E92CD-FCE2-3285-57A1-1B1C3B1D3F70}"/>
              </a:ext>
            </a:extLst>
          </p:cNvPr>
          <p:cNvCxnSpPr>
            <a:cxnSpLocks/>
          </p:cNvCxnSpPr>
          <p:nvPr/>
        </p:nvCxnSpPr>
        <p:spPr>
          <a:xfrm flipH="1">
            <a:off x="2618292" y="5400363"/>
            <a:ext cx="2203670" cy="0"/>
          </a:xfrm>
          <a:prstGeom prst="straightConnector1">
            <a:avLst/>
          </a:prstGeom>
          <a:ln w="222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55126B4C-157D-CCD2-625B-AF31B8EBD547}"/>
              </a:ext>
            </a:extLst>
          </p:cNvPr>
          <p:cNvSpPr txBox="1"/>
          <p:nvPr/>
        </p:nvSpPr>
        <p:spPr>
          <a:xfrm>
            <a:off x="2891252" y="1832059"/>
            <a:ext cx="23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R" dirty="0"/>
              <a:t>MR pointers and keys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1A4A381-2139-6C94-46E4-15D4A7C59EB9}"/>
              </a:ext>
            </a:extLst>
          </p:cNvPr>
          <p:cNvSpPr txBox="1"/>
          <p:nvPr/>
        </p:nvSpPr>
        <p:spPr>
          <a:xfrm>
            <a:off x="2522411" y="4119475"/>
            <a:ext cx="2395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R" dirty="0"/>
              <a:t>MR pointers and keys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2F3F2D67-8581-2C3E-64BB-8D6D68733CCF}"/>
              </a:ext>
            </a:extLst>
          </p:cNvPr>
          <p:cNvCxnSpPr>
            <a:cxnSpLocks/>
          </p:cNvCxnSpPr>
          <p:nvPr/>
        </p:nvCxnSpPr>
        <p:spPr>
          <a:xfrm>
            <a:off x="2618292" y="3836681"/>
            <a:ext cx="20110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83B9E98-3DE1-608E-6FC6-C2D9E2907919}"/>
              </a:ext>
            </a:extLst>
          </p:cNvPr>
          <p:cNvCxnSpPr>
            <a:cxnSpLocks/>
          </p:cNvCxnSpPr>
          <p:nvPr/>
        </p:nvCxnSpPr>
        <p:spPr>
          <a:xfrm flipH="1">
            <a:off x="2590688" y="4115125"/>
            <a:ext cx="2038669" cy="11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58BAC314-3D4A-82C4-D4B4-71559961BF0E}"/>
              </a:ext>
            </a:extLst>
          </p:cNvPr>
          <p:cNvSpPr txBox="1"/>
          <p:nvPr/>
        </p:nvSpPr>
        <p:spPr>
          <a:xfrm>
            <a:off x="4182292" y="5345771"/>
            <a:ext cx="5125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R" dirty="0"/>
              <a:t>OK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C3937B48-C278-344D-AC4E-2A2D0B5C6DFC}"/>
              </a:ext>
            </a:extLst>
          </p:cNvPr>
          <p:cNvCxnSpPr>
            <a:cxnSpLocks/>
            <a:stCxn id="43" idx="2"/>
          </p:cNvCxnSpPr>
          <p:nvPr/>
        </p:nvCxnSpPr>
        <p:spPr>
          <a:xfrm flipH="1">
            <a:off x="6219273" y="5479912"/>
            <a:ext cx="22222" cy="1635996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676732D-7D14-CA8D-CF6C-7C792B9B7715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9597892" y="462584"/>
            <a:ext cx="0" cy="653962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>
            <a:extLst>
              <a:ext uri="{FF2B5EF4-FFF2-40B4-BE49-F238E27FC236}">
                <a16:creationId xmlns:a16="http://schemas.microsoft.com/office/drawing/2014/main" id="{4DBFBE8A-6E1E-6BEF-74B3-942950A75175}"/>
              </a:ext>
            </a:extLst>
          </p:cNvPr>
          <p:cNvSpPr/>
          <p:nvPr/>
        </p:nvSpPr>
        <p:spPr>
          <a:xfrm>
            <a:off x="823190" y="5770981"/>
            <a:ext cx="348836" cy="32346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dirty="0"/>
              <a:t>9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0805580C-1E33-7F0E-8D8D-7ADFA7421629}"/>
              </a:ext>
            </a:extLst>
          </p:cNvPr>
          <p:cNvCxnSpPr>
            <a:cxnSpLocks/>
          </p:cNvCxnSpPr>
          <p:nvPr/>
        </p:nvCxnSpPr>
        <p:spPr>
          <a:xfrm flipH="1" flipV="1">
            <a:off x="2618292" y="816508"/>
            <a:ext cx="6966350" cy="65691"/>
          </a:xfrm>
          <a:prstGeom prst="straightConnector1">
            <a:avLst/>
          </a:prstGeom>
          <a:ln w="22225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DF0B790D-C95D-ED87-AA2A-F158FCAA7D4E}"/>
              </a:ext>
            </a:extLst>
          </p:cNvPr>
          <p:cNvSpPr txBox="1"/>
          <p:nvPr/>
        </p:nvSpPr>
        <p:spPr>
          <a:xfrm>
            <a:off x="6914577" y="461221"/>
            <a:ext cx="8803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2000" dirty="0"/>
              <a:t>Reads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DC84BAE-165C-E38B-25EF-135FD43C6937}"/>
              </a:ext>
            </a:extLst>
          </p:cNvPr>
          <p:cNvSpPr txBox="1"/>
          <p:nvPr/>
        </p:nvSpPr>
        <p:spPr>
          <a:xfrm>
            <a:off x="7930935" y="461450"/>
            <a:ext cx="901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sz="2000" dirty="0"/>
              <a:t>Writes</a:t>
            </a: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83384D33-356B-9806-57FD-91A13DF1A31D}"/>
              </a:ext>
            </a:extLst>
          </p:cNvPr>
          <p:cNvCxnSpPr>
            <a:cxnSpLocks/>
          </p:cNvCxnSpPr>
          <p:nvPr/>
        </p:nvCxnSpPr>
        <p:spPr>
          <a:xfrm flipH="1">
            <a:off x="3724002" y="4757126"/>
            <a:ext cx="5873890" cy="8536"/>
          </a:xfrm>
          <a:prstGeom prst="straightConnector1">
            <a:avLst/>
          </a:prstGeom>
          <a:ln w="22225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C110ECB0-1178-0D21-6E18-5F2416AAB621}"/>
              </a:ext>
            </a:extLst>
          </p:cNvPr>
          <p:cNvSpPr txBox="1"/>
          <p:nvPr/>
        </p:nvSpPr>
        <p:spPr>
          <a:xfrm>
            <a:off x="7112992" y="4373355"/>
            <a:ext cx="93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R" dirty="0"/>
              <a:t>Reads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CA4A872-8AFD-30E6-2A11-65837351AA02}"/>
              </a:ext>
            </a:extLst>
          </p:cNvPr>
          <p:cNvSpPr txBox="1"/>
          <p:nvPr/>
        </p:nvSpPr>
        <p:spPr>
          <a:xfrm>
            <a:off x="8139253" y="4373584"/>
            <a:ext cx="949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R" dirty="0"/>
              <a:t>Writes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30C2ADCB-3DF7-B2FF-02DA-B1D2556D99FD}"/>
              </a:ext>
            </a:extLst>
          </p:cNvPr>
          <p:cNvCxnSpPr>
            <a:cxnSpLocks/>
          </p:cNvCxnSpPr>
          <p:nvPr/>
        </p:nvCxnSpPr>
        <p:spPr>
          <a:xfrm flipH="1">
            <a:off x="6243022" y="6632088"/>
            <a:ext cx="3354870" cy="0"/>
          </a:xfrm>
          <a:prstGeom prst="straightConnector1">
            <a:avLst/>
          </a:prstGeom>
          <a:ln w="22225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D266A579-AB71-9CEB-8FB8-58A7754EA8D1}"/>
              </a:ext>
            </a:extLst>
          </p:cNvPr>
          <p:cNvSpPr txBox="1"/>
          <p:nvPr/>
        </p:nvSpPr>
        <p:spPr>
          <a:xfrm>
            <a:off x="7049422" y="6301427"/>
            <a:ext cx="975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R" dirty="0"/>
              <a:t>Reads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C62D04D3-0E9D-638B-C9AB-D2B6394B96A1}"/>
              </a:ext>
            </a:extLst>
          </p:cNvPr>
          <p:cNvSpPr txBox="1"/>
          <p:nvPr/>
        </p:nvSpPr>
        <p:spPr>
          <a:xfrm>
            <a:off x="8198766" y="6314027"/>
            <a:ext cx="995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R" dirty="0"/>
              <a:t>Writes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B78F2EBF-B3B5-5BC6-A437-CAD4A89082AC}"/>
                  </a:ext>
                </a:extLst>
              </p:cNvPr>
              <p:cNvSpPr txBox="1"/>
              <p:nvPr/>
            </p:nvSpPr>
            <p:spPr>
              <a:xfrm>
                <a:off x="7891567" y="4392057"/>
                <a:ext cx="2196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✓</m:t>
                      </m:r>
                    </m:oMath>
                  </m:oMathPara>
                </a14:m>
                <a:endParaRPr lang="en-GR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B78F2EBF-B3B5-5BC6-A437-CAD4A890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567" y="4392057"/>
                <a:ext cx="219612" cy="276999"/>
              </a:xfrm>
              <a:prstGeom prst="rect">
                <a:avLst/>
              </a:prstGeom>
              <a:blipFill>
                <a:blip r:embed="rId2"/>
                <a:stretch>
                  <a:fillRect l="-33333" t="-4348" r="-3055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D2B24E0C-C483-D789-336B-4C006745CF66}"/>
                  </a:ext>
                </a:extLst>
              </p:cNvPr>
              <p:cNvSpPr txBox="1"/>
              <p:nvPr/>
            </p:nvSpPr>
            <p:spPr>
              <a:xfrm>
                <a:off x="7682002" y="528398"/>
                <a:ext cx="2196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✓</m:t>
                      </m:r>
                    </m:oMath>
                  </m:oMathPara>
                </a14:m>
                <a:endParaRPr lang="en-GR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D2B24E0C-C483-D789-336B-4C006745C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2002" y="528398"/>
                <a:ext cx="219612" cy="276999"/>
              </a:xfrm>
              <a:prstGeom prst="rect">
                <a:avLst/>
              </a:prstGeom>
              <a:blipFill>
                <a:blip r:embed="rId3"/>
                <a:stretch>
                  <a:fillRect l="-30556" t="-4444" r="-33333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4EE59908-2AE8-2B74-3C9E-D63E145EF8B7}"/>
                  </a:ext>
                </a:extLst>
              </p:cNvPr>
              <p:cNvSpPr txBox="1"/>
              <p:nvPr/>
            </p:nvSpPr>
            <p:spPr>
              <a:xfrm>
                <a:off x="8740130" y="522776"/>
                <a:ext cx="2196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✓</m:t>
                      </m:r>
                    </m:oMath>
                  </m:oMathPara>
                </a14:m>
                <a:endParaRPr lang="en-GR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4EE59908-2AE8-2B74-3C9E-D63E145EF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0130" y="522776"/>
                <a:ext cx="219612" cy="276999"/>
              </a:xfrm>
              <a:prstGeom prst="rect">
                <a:avLst/>
              </a:prstGeom>
              <a:blipFill>
                <a:blip r:embed="rId4"/>
                <a:stretch>
                  <a:fillRect l="-33333" t="-4444" r="-30556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F068FB25-5EDB-135A-08D3-C557B63AC544}"/>
                  </a:ext>
                </a:extLst>
              </p:cNvPr>
              <p:cNvSpPr txBox="1"/>
              <p:nvPr/>
            </p:nvSpPr>
            <p:spPr>
              <a:xfrm>
                <a:off x="8956714" y="6355089"/>
                <a:ext cx="2196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✓</m:t>
                      </m:r>
                    </m:oMath>
                  </m:oMathPara>
                </a14:m>
                <a:endParaRPr lang="en-GR" dirty="0"/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F068FB25-5EDB-135A-08D3-C557B63AC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6714" y="6355089"/>
                <a:ext cx="219612" cy="276999"/>
              </a:xfrm>
              <a:prstGeom prst="rect">
                <a:avLst/>
              </a:prstGeom>
              <a:blipFill>
                <a:blip r:embed="rId3"/>
                <a:stretch>
                  <a:fillRect l="-30556" t="-4444" r="-33333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614651DB-AFA0-5E3C-66FB-C0F865771EA8}"/>
                  </a:ext>
                </a:extLst>
              </p:cNvPr>
              <p:cNvSpPr txBox="1"/>
              <p:nvPr/>
            </p:nvSpPr>
            <p:spPr>
              <a:xfrm>
                <a:off x="7788461" y="6355280"/>
                <a:ext cx="2196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✓</m:t>
                      </m:r>
                    </m:oMath>
                  </m:oMathPara>
                </a14:m>
                <a:endParaRPr lang="en-GR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614651DB-AFA0-5E3C-66FB-C0F865771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461" y="6355280"/>
                <a:ext cx="219612" cy="276999"/>
              </a:xfrm>
              <a:prstGeom prst="rect">
                <a:avLst/>
              </a:prstGeom>
              <a:blipFill>
                <a:blip r:embed="rId4"/>
                <a:stretch>
                  <a:fillRect l="-33333" t="-4444" r="-30556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TextBox 153">
            <a:extLst>
              <a:ext uri="{FF2B5EF4-FFF2-40B4-BE49-F238E27FC236}">
                <a16:creationId xmlns:a16="http://schemas.microsoft.com/office/drawing/2014/main" id="{62C29997-A2E8-7183-2AFD-C76FFDB7E134}"/>
              </a:ext>
            </a:extLst>
          </p:cNvPr>
          <p:cNvSpPr txBox="1"/>
          <p:nvPr/>
        </p:nvSpPr>
        <p:spPr>
          <a:xfrm>
            <a:off x="8831774" y="4366503"/>
            <a:ext cx="29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R" dirty="0"/>
              <a:t>☓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85C76EED-E1D5-AE0A-7E4A-127211819BB7}"/>
              </a:ext>
            </a:extLst>
          </p:cNvPr>
          <p:cNvSpPr txBox="1"/>
          <p:nvPr/>
        </p:nvSpPr>
        <p:spPr>
          <a:xfrm>
            <a:off x="9682815" y="2921373"/>
            <a:ext cx="1659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dirty="0">
                <a:solidFill>
                  <a:srgbClr val="FF0000"/>
                </a:solidFill>
              </a:rPr>
              <a:t>Spill Over Start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DD69168D-77D5-0E19-5876-51E1592A35AB}"/>
              </a:ext>
            </a:extLst>
          </p:cNvPr>
          <p:cNvSpPr txBox="1"/>
          <p:nvPr/>
        </p:nvSpPr>
        <p:spPr>
          <a:xfrm>
            <a:off x="9730457" y="5914716"/>
            <a:ext cx="1564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dirty="0">
                <a:solidFill>
                  <a:srgbClr val="FF0000"/>
                </a:solidFill>
              </a:rPr>
              <a:t>Spill Over End</a:t>
            </a:r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4C9BA6AF-C98B-48A1-E6B5-85723638476E}"/>
              </a:ext>
            </a:extLst>
          </p:cNvPr>
          <p:cNvSpPr/>
          <p:nvPr/>
        </p:nvSpPr>
        <p:spPr>
          <a:xfrm>
            <a:off x="997734" y="4433186"/>
            <a:ext cx="348836" cy="32346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dirty="0"/>
              <a:t>7</a:t>
            </a:r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25C36B11-9C3A-E623-3990-EE33BAE44B58}"/>
              </a:ext>
            </a:extLst>
          </p:cNvPr>
          <p:cNvSpPr/>
          <p:nvPr/>
        </p:nvSpPr>
        <p:spPr>
          <a:xfrm>
            <a:off x="932348" y="2186241"/>
            <a:ext cx="372267" cy="3725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dirty="0"/>
              <a:t>3</a:t>
            </a:r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BA80B9B1-0A1E-E9D6-34BC-51EB861C94A5}"/>
              </a:ext>
            </a:extLst>
          </p:cNvPr>
          <p:cNvSpPr/>
          <p:nvPr/>
        </p:nvSpPr>
        <p:spPr>
          <a:xfrm>
            <a:off x="981555" y="921760"/>
            <a:ext cx="372267" cy="3725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dirty="0"/>
              <a:t>1</a:t>
            </a: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EBBD33F4-18B6-2838-C857-5DBB75ED6735}"/>
              </a:ext>
            </a:extLst>
          </p:cNvPr>
          <p:cNvSpPr/>
          <p:nvPr/>
        </p:nvSpPr>
        <p:spPr>
          <a:xfrm>
            <a:off x="7188849" y="2669178"/>
            <a:ext cx="372267" cy="3725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dirty="0"/>
              <a:t>4</a:t>
            </a:r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04A16201-BDD3-CCC5-E7A9-E4FB753485FE}"/>
              </a:ext>
            </a:extLst>
          </p:cNvPr>
          <p:cNvSpPr/>
          <p:nvPr/>
        </p:nvSpPr>
        <p:spPr>
          <a:xfrm>
            <a:off x="8032994" y="3909252"/>
            <a:ext cx="372267" cy="3725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dirty="0"/>
              <a:t>6</a:t>
            </a:r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961E1842-447F-3EBF-FD68-C7F0856A343F}"/>
              </a:ext>
            </a:extLst>
          </p:cNvPr>
          <p:cNvSpPr/>
          <p:nvPr/>
        </p:nvSpPr>
        <p:spPr>
          <a:xfrm>
            <a:off x="730003" y="3362264"/>
            <a:ext cx="348836" cy="32346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dirty="0"/>
              <a:t>5</a:t>
            </a:r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3E25E17F-8624-0383-60E2-630FBAB8A6B3}"/>
              </a:ext>
            </a:extLst>
          </p:cNvPr>
          <p:cNvSpPr/>
          <p:nvPr/>
        </p:nvSpPr>
        <p:spPr>
          <a:xfrm>
            <a:off x="7491762" y="1555507"/>
            <a:ext cx="372267" cy="3725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dirty="0"/>
              <a:t>2</a:t>
            </a:r>
          </a:p>
        </p:txBody>
      </p:sp>
      <p:sp>
        <p:nvSpPr>
          <p:cNvPr id="290" name="Oval 289">
            <a:extLst>
              <a:ext uri="{FF2B5EF4-FFF2-40B4-BE49-F238E27FC236}">
                <a16:creationId xmlns:a16="http://schemas.microsoft.com/office/drawing/2014/main" id="{E84EB391-7ED4-0B16-A4C1-624BE0D4B6B7}"/>
              </a:ext>
            </a:extLst>
          </p:cNvPr>
          <p:cNvSpPr/>
          <p:nvPr/>
        </p:nvSpPr>
        <p:spPr>
          <a:xfrm>
            <a:off x="7728091" y="5126216"/>
            <a:ext cx="348836" cy="32346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59135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CC04589-AE2C-7182-0382-B58B39DCC8C8}"/>
              </a:ext>
            </a:extLst>
          </p:cNvPr>
          <p:cNvSpPr/>
          <p:nvPr/>
        </p:nvSpPr>
        <p:spPr>
          <a:xfrm>
            <a:off x="648224" y="3038641"/>
            <a:ext cx="9224433" cy="241898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D1869E-E382-E7AE-F35B-8CC122207883}"/>
              </a:ext>
            </a:extLst>
          </p:cNvPr>
          <p:cNvSpPr/>
          <p:nvPr/>
        </p:nvSpPr>
        <p:spPr>
          <a:xfrm>
            <a:off x="648225" y="491714"/>
            <a:ext cx="9224433" cy="241898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25D1DBD-2EE9-2507-34BC-604C9C13E882}"/>
              </a:ext>
            </a:extLst>
          </p:cNvPr>
          <p:cNvCxnSpPr>
            <a:cxnSpLocks/>
          </p:cNvCxnSpPr>
          <p:nvPr/>
        </p:nvCxnSpPr>
        <p:spPr>
          <a:xfrm flipH="1">
            <a:off x="2566467" y="396000"/>
            <a:ext cx="2016" cy="558000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C3937B48-C278-344D-AC4E-2A2D0B5C6DFC}"/>
              </a:ext>
            </a:extLst>
          </p:cNvPr>
          <p:cNvCxnSpPr>
            <a:cxnSpLocks/>
          </p:cNvCxnSpPr>
          <p:nvPr/>
        </p:nvCxnSpPr>
        <p:spPr>
          <a:xfrm flipH="1">
            <a:off x="7943277" y="396000"/>
            <a:ext cx="0" cy="558000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62A597D-F570-E39A-6EAC-380A21319CB7}"/>
              </a:ext>
            </a:extLst>
          </p:cNvPr>
          <p:cNvSpPr/>
          <p:nvPr/>
        </p:nvSpPr>
        <p:spPr>
          <a:xfrm>
            <a:off x="1956222" y="18421"/>
            <a:ext cx="1250302" cy="391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R" b="1" dirty="0"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3E5332F-FEE3-916A-208D-A5CDE5F8F1D6}"/>
              </a:ext>
            </a:extLst>
          </p:cNvPr>
          <p:cNvSpPr/>
          <p:nvPr/>
        </p:nvSpPr>
        <p:spPr>
          <a:xfrm>
            <a:off x="7058202" y="26253"/>
            <a:ext cx="1687416" cy="3850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R" sz="1900" b="1">
                <a:latin typeface="Arial" panose="020B0604020202020204" pitchFamily="34" charset="0"/>
                <a:cs typeface="Arial" panose="020B0604020202020204" pitchFamily="34" charset="0"/>
              </a:rPr>
              <a:t>Targe</a:t>
            </a:r>
            <a:r>
              <a:rPr lang="en-GR" sz="1900" b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906BD66-CD50-F398-736E-783406F8EEF0}"/>
              </a:ext>
            </a:extLst>
          </p:cNvPr>
          <p:cNvSpPr/>
          <p:nvPr/>
        </p:nvSpPr>
        <p:spPr>
          <a:xfrm>
            <a:off x="1152000" y="586062"/>
            <a:ext cx="2664000" cy="36221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sz="2000" dirty="0">
                <a:latin typeface="Arial" panose="020B0604020202020204" pitchFamily="34" charset="0"/>
                <a:cs typeface="Arial" panose="020B0604020202020204" pitchFamily="34" charset="0"/>
              </a:rPr>
              <a:t>MR Registration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24B56D1-52BB-E1D1-DE46-B3E75C0954C0}"/>
              </a:ext>
            </a:extLst>
          </p:cNvPr>
          <p:cNvSpPr/>
          <p:nvPr/>
        </p:nvSpPr>
        <p:spPr>
          <a:xfrm>
            <a:off x="1152000" y="1861738"/>
            <a:ext cx="2664000" cy="33683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R" sz="2000" dirty="0">
                <a:latin typeface="Arial" panose="020B0604020202020204" pitchFamily="34" charset="0"/>
                <a:cs typeface="Arial" panose="020B0604020202020204" pitchFamily="34" charset="0"/>
              </a:rPr>
              <a:t>Data Transfer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CDEF923-3D34-B976-A6E5-F469705BA499}"/>
              </a:ext>
            </a:extLst>
          </p:cNvPr>
          <p:cNvSpPr/>
          <p:nvPr/>
        </p:nvSpPr>
        <p:spPr>
          <a:xfrm>
            <a:off x="1152000" y="3199784"/>
            <a:ext cx="2664000" cy="34568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R" sz="2000" dirty="0">
                <a:latin typeface="Arial" panose="020B0604020202020204" pitchFamily="34" charset="0"/>
                <a:cs typeface="Arial" panose="020B0604020202020204" pitchFamily="34" charset="0"/>
              </a:rPr>
              <a:t>Dirty MR Registration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145B606-235C-CE55-B553-14DFB83C865F}"/>
              </a:ext>
            </a:extLst>
          </p:cNvPr>
          <p:cNvSpPr/>
          <p:nvPr/>
        </p:nvSpPr>
        <p:spPr>
          <a:xfrm>
            <a:off x="1152000" y="4492489"/>
            <a:ext cx="2664000" cy="36655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R" sz="2000" dirty="0">
                <a:latin typeface="Arial" panose="020B0604020202020204" pitchFamily="34" charset="0"/>
                <a:cs typeface="Arial" panose="020B0604020202020204" pitchFamily="34" charset="0"/>
              </a:rPr>
              <a:t>Dirty Data Transfer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8CAD1BD-1EBB-8283-30BD-28D3E3952AD8}"/>
              </a:ext>
            </a:extLst>
          </p:cNvPr>
          <p:cNvSpPr/>
          <p:nvPr/>
        </p:nvSpPr>
        <p:spPr>
          <a:xfrm>
            <a:off x="1152000" y="5705395"/>
            <a:ext cx="2664000" cy="35841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sz="2000" dirty="0">
                <a:latin typeface="Arial" panose="020B0604020202020204" pitchFamily="34" charset="0"/>
                <a:cs typeface="Arial" panose="020B0604020202020204" pitchFamily="34" charset="0"/>
              </a:rPr>
              <a:t>Ownership Transfer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AA95BC9-C409-3D0D-4B8B-BF2172E63DB6}"/>
              </a:ext>
            </a:extLst>
          </p:cNvPr>
          <p:cNvSpPr/>
          <p:nvPr/>
        </p:nvSpPr>
        <p:spPr>
          <a:xfrm>
            <a:off x="6660000" y="949346"/>
            <a:ext cx="2520000" cy="6120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sz="2000" dirty="0">
                <a:latin typeface="Arial" panose="020B0604020202020204" pitchFamily="34" charset="0"/>
                <a:cs typeface="Arial" panose="020B0604020202020204" pitchFamily="34" charset="0"/>
              </a:rPr>
              <a:t>MR Allocation </a:t>
            </a:r>
          </a:p>
          <a:p>
            <a:pPr algn="ctr"/>
            <a:r>
              <a:rPr lang="en-GR" sz="2000" dirty="0">
                <a:latin typeface="Arial" panose="020B0604020202020204" pitchFamily="34" charset="0"/>
                <a:cs typeface="Arial" panose="020B0604020202020204" pitchFamily="34" charset="0"/>
              </a:rPr>
              <a:t>&amp; Registration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0E8EE7A2-E179-2522-EAF2-4D68957A4646}"/>
              </a:ext>
            </a:extLst>
          </p:cNvPr>
          <p:cNvSpPr/>
          <p:nvPr/>
        </p:nvSpPr>
        <p:spPr>
          <a:xfrm>
            <a:off x="6660000" y="2337050"/>
            <a:ext cx="2520000" cy="35074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sz="2000" dirty="0">
                <a:latin typeface="Arial" panose="020B0604020202020204" pitchFamily="34" charset="0"/>
                <a:cs typeface="Arial" panose="020B0604020202020204" pitchFamily="34" charset="0"/>
              </a:rPr>
              <a:t>Index Update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F0E72C8-36CE-5BDC-336F-0EF08CF4A82A}"/>
              </a:ext>
            </a:extLst>
          </p:cNvPr>
          <p:cNvCxnSpPr>
            <a:cxnSpLocks/>
          </p:cNvCxnSpPr>
          <p:nvPr/>
        </p:nvCxnSpPr>
        <p:spPr>
          <a:xfrm>
            <a:off x="2592000" y="1166249"/>
            <a:ext cx="4042800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D8EF862-6514-616D-BD81-99E7BC18A422}"/>
              </a:ext>
            </a:extLst>
          </p:cNvPr>
          <p:cNvCxnSpPr>
            <a:cxnSpLocks/>
          </p:cNvCxnSpPr>
          <p:nvPr/>
        </p:nvCxnSpPr>
        <p:spPr>
          <a:xfrm flipH="1">
            <a:off x="2592000" y="1408009"/>
            <a:ext cx="4042800" cy="856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ED457BE-C913-97D9-7D58-6298D4A46341}"/>
              </a:ext>
            </a:extLst>
          </p:cNvPr>
          <p:cNvCxnSpPr>
            <a:cxnSpLocks/>
          </p:cNvCxnSpPr>
          <p:nvPr/>
        </p:nvCxnSpPr>
        <p:spPr>
          <a:xfrm>
            <a:off x="2592000" y="2424696"/>
            <a:ext cx="4042800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B29959B-4FF6-8388-A437-2ED2E13770B9}"/>
              </a:ext>
            </a:extLst>
          </p:cNvPr>
          <p:cNvCxnSpPr>
            <a:cxnSpLocks/>
          </p:cNvCxnSpPr>
          <p:nvPr/>
        </p:nvCxnSpPr>
        <p:spPr>
          <a:xfrm flipH="1" flipV="1">
            <a:off x="2592000" y="2629706"/>
            <a:ext cx="4042800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407F005A-F914-F744-9A15-B7B55A8DA31A}"/>
              </a:ext>
            </a:extLst>
          </p:cNvPr>
          <p:cNvSpPr/>
          <p:nvPr/>
        </p:nvSpPr>
        <p:spPr>
          <a:xfrm>
            <a:off x="6660000" y="3546576"/>
            <a:ext cx="2520000" cy="6120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R" sz="2000" dirty="0">
                <a:latin typeface="Arial" panose="020B0604020202020204" pitchFamily="34" charset="0"/>
                <a:cs typeface="Arial" panose="020B0604020202020204" pitchFamily="34" charset="0"/>
              </a:rPr>
              <a:t>Dirty MR Allocation</a:t>
            </a:r>
          </a:p>
          <a:p>
            <a:pPr algn="ctr"/>
            <a:r>
              <a:rPr lang="en-GR" sz="2000" dirty="0">
                <a:latin typeface="Arial" panose="020B0604020202020204" pitchFamily="34" charset="0"/>
                <a:cs typeface="Arial" panose="020B0604020202020204" pitchFamily="34" charset="0"/>
              </a:rPr>
              <a:t>&amp; Registration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85ED8AF-F51C-D680-1E3C-C0EE4E47ED78}"/>
              </a:ext>
            </a:extLst>
          </p:cNvPr>
          <p:cNvSpPr txBox="1"/>
          <p:nvPr/>
        </p:nvSpPr>
        <p:spPr>
          <a:xfrm>
            <a:off x="4587748" y="2574624"/>
            <a:ext cx="994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R" dirty="0">
                <a:latin typeface="Arial" panose="020B0604020202020204" pitchFamily="34" charset="0"/>
                <a:cs typeface="Arial" panose="020B0604020202020204" pitchFamily="34" charset="0"/>
              </a:rPr>
              <a:t>OK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5126B4C-157D-CCD2-625B-AF31B8EBD547}"/>
              </a:ext>
            </a:extLst>
          </p:cNvPr>
          <p:cNvSpPr txBox="1"/>
          <p:nvPr/>
        </p:nvSpPr>
        <p:spPr>
          <a:xfrm>
            <a:off x="3825596" y="1386920"/>
            <a:ext cx="2704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R" dirty="0">
                <a:latin typeface="Arial" panose="020B0604020202020204" pitchFamily="34" charset="0"/>
                <a:cs typeface="Arial" panose="020B0604020202020204" pitchFamily="34" charset="0"/>
              </a:rPr>
              <a:t>MR pointers and keys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1A4A381-2139-6C94-46E4-15D4A7C59EB9}"/>
              </a:ext>
            </a:extLst>
          </p:cNvPr>
          <p:cNvSpPr txBox="1"/>
          <p:nvPr/>
        </p:nvSpPr>
        <p:spPr>
          <a:xfrm>
            <a:off x="3715083" y="3978087"/>
            <a:ext cx="2395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R" dirty="0">
                <a:latin typeface="Arial" panose="020B0604020202020204" pitchFamily="34" charset="0"/>
                <a:cs typeface="Arial" panose="020B0604020202020204" pitchFamily="34" charset="0"/>
              </a:rPr>
              <a:t>MR pointers and keys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2F3F2D67-8581-2C3E-64BB-8D6D68733CCF}"/>
              </a:ext>
            </a:extLst>
          </p:cNvPr>
          <p:cNvCxnSpPr>
            <a:cxnSpLocks/>
          </p:cNvCxnSpPr>
          <p:nvPr/>
        </p:nvCxnSpPr>
        <p:spPr>
          <a:xfrm>
            <a:off x="2592000" y="3725678"/>
            <a:ext cx="4042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83B9E98-3DE1-608E-6FC6-C2D9E2907919}"/>
              </a:ext>
            </a:extLst>
          </p:cNvPr>
          <p:cNvCxnSpPr>
            <a:cxnSpLocks/>
          </p:cNvCxnSpPr>
          <p:nvPr/>
        </p:nvCxnSpPr>
        <p:spPr>
          <a:xfrm flipH="1">
            <a:off x="2592000" y="3988534"/>
            <a:ext cx="4042800" cy="1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8" name="Oval 127">
            <a:extLst>
              <a:ext uri="{FF2B5EF4-FFF2-40B4-BE49-F238E27FC236}">
                <a16:creationId xmlns:a16="http://schemas.microsoft.com/office/drawing/2014/main" id="{4DBFBE8A-6E1E-6BEF-74B3-942950A75175}"/>
              </a:ext>
            </a:extLst>
          </p:cNvPr>
          <p:cNvSpPr/>
          <p:nvPr/>
        </p:nvSpPr>
        <p:spPr>
          <a:xfrm>
            <a:off x="720000" y="5715803"/>
            <a:ext cx="348836" cy="32346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4C9BA6AF-C98B-48A1-E6B5-85723638476E}"/>
              </a:ext>
            </a:extLst>
          </p:cNvPr>
          <p:cNvSpPr/>
          <p:nvPr/>
        </p:nvSpPr>
        <p:spPr>
          <a:xfrm>
            <a:off x="720000" y="4500000"/>
            <a:ext cx="348836" cy="32346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25C36B11-9C3A-E623-3990-EE33BAE44B58}"/>
              </a:ext>
            </a:extLst>
          </p:cNvPr>
          <p:cNvSpPr/>
          <p:nvPr/>
        </p:nvSpPr>
        <p:spPr>
          <a:xfrm>
            <a:off x="720000" y="1826508"/>
            <a:ext cx="372267" cy="3725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BA80B9B1-0A1E-E9D6-34BC-51EB861C94A5}"/>
              </a:ext>
            </a:extLst>
          </p:cNvPr>
          <p:cNvSpPr/>
          <p:nvPr/>
        </p:nvSpPr>
        <p:spPr>
          <a:xfrm>
            <a:off x="720000" y="575680"/>
            <a:ext cx="372267" cy="3725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EBBD33F4-18B6-2838-C857-5DBB75ED6735}"/>
              </a:ext>
            </a:extLst>
          </p:cNvPr>
          <p:cNvSpPr/>
          <p:nvPr/>
        </p:nvSpPr>
        <p:spPr>
          <a:xfrm>
            <a:off x="9288000" y="2309583"/>
            <a:ext cx="372267" cy="3725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04A16201-BDD3-CCC5-E7A9-E4FB753485FE}"/>
              </a:ext>
            </a:extLst>
          </p:cNvPr>
          <p:cNvSpPr/>
          <p:nvPr/>
        </p:nvSpPr>
        <p:spPr>
          <a:xfrm>
            <a:off x="9288000" y="3618152"/>
            <a:ext cx="372267" cy="3725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961E1842-447F-3EBF-FD68-C7F0856A343F}"/>
              </a:ext>
            </a:extLst>
          </p:cNvPr>
          <p:cNvSpPr/>
          <p:nvPr/>
        </p:nvSpPr>
        <p:spPr>
          <a:xfrm>
            <a:off x="720000" y="3199590"/>
            <a:ext cx="348836" cy="32346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3E25E17F-8624-0383-60E2-630FBAB8A6B3}"/>
              </a:ext>
            </a:extLst>
          </p:cNvPr>
          <p:cNvSpPr/>
          <p:nvPr/>
        </p:nvSpPr>
        <p:spPr>
          <a:xfrm>
            <a:off x="9288000" y="1083946"/>
            <a:ext cx="372267" cy="3725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90" name="Oval 289">
            <a:extLst>
              <a:ext uri="{FF2B5EF4-FFF2-40B4-BE49-F238E27FC236}">
                <a16:creationId xmlns:a16="http://schemas.microsoft.com/office/drawing/2014/main" id="{E84EB391-7ED4-0B16-A4C1-624BE0D4B6B7}"/>
              </a:ext>
            </a:extLst>
          </p:cNvPr>
          <p:cNvSpPr/>
          <p:nvPr/>
        </p:nvSpPr>
        <p:spPr>
          <a:xfrm>
            <a:off x="9288000" y="4954981"/>
            <a:ext cx="348836" cy="32346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ED4A7DE-75A7-F13E-C5B1-2DA6F975F329}"/>
              </a:ext>
            </a:extLst>
          </p:cNvPr>
          <p:cNvCxnSpPr>
            <a:cxnSpLocks/>
          </p:cNvCxnSpPr>
          <p:nvPr/>
        </p:nvCxnSpPr>
        <p:spPr>
          <a:xfrm>
            <a:off x="3868314" y="5880017"/>
            <a:ext cx="4065895" cy="8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C2E0A47-551C-688D-E6D2-6C45E090D336}"/>
              </a:ext>
            </a:extLst>
          </p:cNvPr>
          <p:cNvSpPr txBox="1"/>
          <p:nvPr/>
        </p:nvSpPr>
        <p:spPr>
          <a:xfrm>
            <a:off x="8820000" y="450703"/>
            <a:ext cx="1056525" cy="382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Round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8EEFC0-7208-FFBC-48B4-BE2B7AB61C13}"/>
              </a:ext>
            </a:extLst>
          </p:cNvPr>
          <p:cNvSpPr txBox="1"/>
          <p:nvPr/>
        </p:nvSpPr>
        <p:spPr>
          <a:xfrm>
            <a:off x="8820000" y="2973357"/>
            <a:ext cx="1056525" cy="382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Round 2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CE28AF7-8A94-EE36-8556-7B4890CDA515}"/>
              </a:ext>
            </a:extLst>
          </p:cNvPr>
          <p:cNvSpPr/>
          <p:nvPr/>
        </p:nvSpPr>
        <p:spPr>
          <a:xfrm>
            <a:off x="6660000" y="4916227"/>
            <a:ext cx="2520000" cy="35074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sz="2000" dirty="0">
                <a:latin typeface="Arial" panose="020B0604020202020204" pitchFamily="34" charset="0"/>
                <a:cs typeface="Arial" panose="020B0604020202020204" pitchFamily="34" charset="0"/>
              </a:rPr>
              <a:t>Index Update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6AE7BD8-1E36-4CCC-7780-0E392053B12B}"/>
              </a:ext>
            </a:extLst>
          </p:cNvPr>
          <p:cNvCxnSpPr>
            <a:cxnSpLocks/>
          </p:cNvCxnSpPr>
          <p:nvPr/>
        </p:nvCxnSpPr>
        <p:spPr>
          <a:xfrm>
            <a:off x="2592000" y="5015482"/>
            <a:ext cx="4042800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51DABC4-3CAD-EBA1-FCC5-2B1FA7223503}"/>
              </a:ext>
            </a:extLst>
          </p:cNvPr>
          <p:cNvCxnSpPr>
            <a:cxnSpLocks/>
          </p:cNvCxnSpPr>
          <p:nvPr/>
        </p:nvCxnSpPr>
        <p:spPr>
          <a:xfrm flipH="1" flipV="1">
            <a:off x="2592000" y="5208052"/>
            <a:ext cx="4042800" cy="856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6E15ACC-1207-237F-17CA-117C03AEBDF6}"/>
              </a:ext>
            </a:extLst>
          </p:cNvPr>
          <p:cNvSpPr txBox="1"/>
          <p:nvPr/>
        </p:nvSpPr>
        <p:spPr>
          <a:xfrm>
            <a:off x="4646848" y="5177852"/>
            <a:ext cx="994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R" dirty="0">
                <a:latin typeface="Arial" panose="020B0604020202020204" pitchFamily="34" charset="0"/>
                <a:cs typeface="Arial" panose="020B0604020202020204" pitchFamily="34" charset="0"/>
              </a:rPr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2823867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A9569-9893-8D7E-CFB4-B19D85395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4415702-31BA-07FC-6B39-4D5DCE20D1E3}"/>
              </a:ext>
            </a:extLst>
          </p:cNvPr>
          <p:cNvCxnSpPr>
            <a:cxnSpLocks/>
          </p:cNvCxnSpPr>
          <p:nvPr/>
        </p:nvCxnSpPr>
        <p:spPr>
          <a:xfrm flipH="1">
            <a:off x="2566467" y="396000"/>
            <a:ext cx="0" cy="277200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E67CD64-7EA8-8333-FF31-3D071CB03519}"/>
              </a:ext>
            </a:extLst>
          </p:cNvPr>
          <p:cNvCxnSpPr>
            <a:cxnSpLocks/>
          </p:cNvCxnSpPr>
          <p:nvPr/>
        </p:nvCxnSpPr>
        <p:spPr>
          <a:xfrm flipH="1">
            <a:off x="7943277" y="396000"/>
            <a:ext cx="0" cy="291600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E461640-7A64-B78D-E389-67D13EE0DF58}"/>
              </a:ext>
            </a:extLst>
          </p:cNvPr>
          <p:cNvSpPr/>
          <p:nvPr/>
        </p:nvSpPr>
        <p:spPr>
          <a:xfrm>
            <a:off x="1956222" y="18421"/>
            <a:ext cx="1250302" cy="391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R" b="1" dirty="0"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554D08A-FE01-AB90-144E-FAA2A09C350C}"/>
              </a:ext>
            </a:extLst>
          </p:cNvPr>
          <p:cNvSpPr/>
          <p:nvPr/>
        </p:nvSpPr>
        <p:spPr>
          <a:xfrm>
            <a:off x="7058202" y="26253"/>
            <a:ext cx="1687416" cy="3850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R" sz="1900" b="1">
                <a:latin typeface="Arial" panose="020B0604020202020204" pitchFamily="34" charset="0"/>
                <a:cs typeface="Arial" panose="020B0604020202020204" pitchFamily="34" charset="0"/>
              </a:rPr>
              <a:t>Targe</a:t>
            </a:r>
            <a:r>
              <a:rPr lang="en-GR" sz="1900" b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8144624-3B96-47EA-AEEE-B13934191208}"/>
              </a:ext>
            </a:extLst>
          </p:cNvPr>
          <p:cNvSpPr/>
          <p:nvPr/>
        </p:nvSpPr>
        <p:spPr>
          <a:xfrm>
            <a:off x="1152000" y="586062"/>
            <a:ext cx="2664000" cy="36221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sz="2000" dirty="0">
                <a:latin typeface="Arial" panose="020B0604020202020204" pitchFamily="34" charset="0"/>
                <a:cs typeface="Arial" panose="020B0604020202020204" pitchFamily="34" charset="0"/>
              </a:rPr>
              <a:t>MR Registration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B752748-74BD-D7A7-846B-030522045382}"/>
              </a:ext>
            </a:extLst>
          </p:cNvPr>
          <p:cNvSpPr/>
          <p:nvPr/>
        </p:nvSpPr>
        <p:spPr>
          <a:xfrm>
            <a:off x="1152000" y="1861738"/>
            <a:ext cx="2664000" cy="33683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R" sz="2000" dirty="0">
                <a:latin typeface="Arial" panose="020B0604020202020204" pitchFamily="34" charset="0"/>
                <a:cs typeface="Arial" panose="020B0604020202020204" pitchFamily="34" charset="0"/>
              </a:rPr>
              <a:t>Data Transfer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B738A9D-D857-1009-C7B5-00034B285690}"/>
              </a:ext>
            </a:extLst>
          </p:cNvPr>
          <p:cNvSpPr/>
          <p:nvPr/>
        </p:nvSpPr>
        <p:spPr>
          <a:xfrm>
            <a:off x="1152000" y="3063810"/>
            <a:ext cx="2664000" cy="35841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sz="2000" dirty="0">
                <a:latin typeface="Arial" panose="020B0604020202020204" pitchFamily="34" charset="0"/>
                <a:cs typeface="Arial" panose="020B0604020202020204" pitchFamily="34" charset="0"/>
              </a:rPr>
              <a:t>Ownership Transfer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851FC845-B56F-76BB-E92F-6999F6DAF28B}"/>
              </a:ext>
            </a:extLst>
          </p:cNvPr>
          <p:cNvSpPr/>
          <p:nvPr/>
        </p:nvSpPr>
        <p:spPr>
          <a:xfrm>
            <a:off x="6660000" y="949346"/>
            <a:ext cx="2520000" cy="6120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sz="2000" dirty="0">
                <a:latin typeface="Arial" panose="020B0604020202020204" pitchFamily="34" charset="0"/>
                <a:cs typeface="Arial" panose="020B0604020202020204" pitchFamily="34" charset="0"/>
              </a:rPr>
              <a:t>MR Allocation </a:t>
            </a:r>
          </a:p>
          <a:p>
            <a:pPr algn="ctr"/>
            <a:r>
              <a:rPr lang="en-GR" sz="2000" dirty="0">
                <a:latin typeface="Arial" panose="020B0604020202020204" pitchFamily="34" charset="0"/>
                <a:cs typeface="Arial" panose="020B0604020202020204" pitchFamily="34" charset="0"/>
              </a:rPr>
              <a:t>&amp; Registration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38E631D-FB94-10C1-4652-D39BD79819C2}"/>
              </a:ext>
            </a:extLst>
          </p:cNvPr>
          <p:cNvSpPr/>
          <p:nvPr/>
        </p:nvSpPr>
        <p:spPr>
          <a:xfrm>
            <a:off x="6660000" y="2337050"/>
            <a:ext cx="2520000" cy="35074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sz="2000" dirty="0">
                <a:latin typeface="Arial" panose="020B0604020202020204" pitchFamily="34" charset="0"/>
                <a:cs typeface="Arial" panose="020B0604020202020204" pitchFamily="34" charset="0"/>
              </a:rPr>
              <a:t>Index Update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55CFEC8-F235-F2E5-3941-6AEFB618A7C4}"/>
              </a:ext>
            </a:extLst>
          </p:cNvPr>
          <p:cNvCxnSpPr>
            <a:cxnSpLocks/>
          </p:cNvCxnSpPr>
          <p:nvPr/>
        </p:nvCxnSpPr>
        <p:spPr>
          <a:xfrm>
            <a:off x="2592000" y="1166249"/>
            <a:ext cx="4042800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59E6B73-7906-6287-38E2-43C8F1BB05D8}"/>
              </a:ext>
            </a:extLst>
          </p:cNvPr>
          <p:cNvCxnSpPr>
            <a:cxnSpLocks/>
          </p:cNvCxnSpPr>
          <p:nvPr/>
        </p:nvCxnSpPr>
        <p:spPr>
          <a:xfrm flipH="1">
            <a:off x="2592000" y="1408009"/>
            <a:ext cx="4042800" cy="856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A0CF911-07A0-3C70-E5C6-528922288CA4}"/>
              </a:ext>
            </a:extLst>
          </p:cNvPr>
          <p:cNvCxnSpPr>
            <a:cxnSpLocks/>
          </p:cNvCxnSpPr>
          <p:nvPr/>
        </p:nvCxnSpPr>
        <p:spPr>
          <a:xfrm>
            <a:off x="2592000" y="2424696"/>
            <a:ext cx="4042800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A74B016-9289-4BF6-430E-0BFF9C0F33B5}"/>
              </a:ext>
            </a:extLst>
          </p:cNvPr>
          <p:cNvCxnSpPr>
            <a:cxnSpLocks/>
          </p:cNvCxnSpPr>
          <p:nvPr/>
        </p:nvCxnSpPr>
        <p:spPr>
          <a:xfrm flipH="1" flipV="1">
            <a:off x="2592000" y="2629706"/>
            <a:ext cx="4042800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6D6EEA8-54D4-752E-D5F8-F0D122241033}"/>
              </a:ext>
            </a:extLst>
          </p:cNvPr>
          <p:cNvSpPr txBox="1"/>
          <p:nvPr/>
        </p:nvSpPr>
        <p:spPr>
          <a:xfrm>
            <a:off x="4587748" y="2574624"/>
            <a:ext cx="994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R" dirty="0">
                <a:latin typeface="Arial" panose="020B0604020202020204" pitchFamily="34" charset="0"/>
                <a:cs typeface="Arial" panose="020B0604020202020204" pitchFamily="34" charset="0"/>
              </a:rPr>
              <a:t>OK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8B9C057-B4C6-0C8F-C511-960DA6D84856}"/>
              </a:ext>
            </a:extLst>
          </p:cNvPr>
          <p:cNvSpPr txBox="1"/>
          <p:nvPr/>
        </p:nvSpPr>
        <p:spPr>
          <a:xfrm>
            <a:off x="3825596" y="1386920"/>
            <a:ext cx="2704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R" dirty="0">
                <a:latin typeface="Arial" panose="020B0604020202020204" pitchFamily="34" charset="0"/>
                <a:cs typeface="Arial" panose="020B0604020202020204" pitchFamily="34" charset="0"/>
              </a:rPr>
              <a:t>MR pointers and keys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5B21CE58-999F-789F-F9B4-E3416FAFCE85}"/>
              </a:ext>
            </a:extLst>
          </p:cNvPr>
          <p:cNvSpPr/>
          <p:nvPr/>
        </p:nvSpPr>
        <p:spPr>
          <a:xfrm>
            <a:off x="720000" y="3074218"/>
            <a:ext cx="348836" cy="32346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94A74763-320F-EBAA-FFCB-710434AA206C}"/>
              </a:ext>
            </a:extLst>
          </p:cNvPr>
          <p:cNvSpPr/>
          <p:nvPr/>
        </p:nvSpPr>
        <p:spPr>
          <a:xfrm>
            <a:off x="720000" y="1826508"/>
            <a:ext cx="372267" cy="3725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0B01EAC4-E033-ADD5-5AB7-4E284581C200}"/>
              </a:ext>
            </a:extLst>
          </p:cNvPr>
          <p:cNvSpPr/>
          <p:nvPr/>
        </p:nvSpPr>
        <p:spPr>
          <a:xfrm>
            <a:off x="720000" y="575680"/>
            <a:ext cx="372267" cy="3725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88E36E60-19ED-A617-7509-DF6CF95A309F}"/>
              </a:ext>
            </a:extLst>
          </p:cNvPr>
          <p:cNvSpPr/>
          <p:nvPr/>
        </p:nvSpPr>
        <p:spPr>
          <a:xfrm>
            <a:off x="9288000" y="2309583"/>
            <a:ext cx="372267" cy="3725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3BF1994C-ED74-EAF6-912F-A3DE5625FA80}"/>
              </a:ext>
            </a:extLst>
          </p:cNvPr>
          <p:cNvSpPr/>
          <p:nvPr/>
        </p:nvSpPr>
        <p:spPr>
          <a:xfrm>
            <a:off x="9288000" y="1083946"/>
            <a:ext cx="372267" cy="3725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E19200-72F7-A447-E879-20C84645F0A8}"/>
              </a:ext>
            </a:extLst>
          </p:cNvPr>
          <p:cNvCxnSpPr>
            <a:cxnSpLocks/>
          </p:cNvCxnSpPr>
          <p:nvPr/>
        </p:nvCxnSpPr>
        <p:spPr>
          <a:xfrm>
            <a:off x="3868314" y="3238432"/>
            <a:ext cx="4065895" cy="8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0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7358C0B-C1A0-9206-DB29-8E4A8D97F932}"/>
              </a:ext>
            </a:extLst>
          </p:cNvPr>
          <p:cNvCxnSpPr>
            <a:cxnSpLocks/>
          </p:cNvCxnSpPr>
          <p:nvPr/>
        </p:nvCxnSpPr>
        <p:spPr>
          <a:xfrm>
            <a:off x="1954888" y="483086"/>
            <a:ext cx="0" cy="417917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2F6CD400-ADC2-A2B2-B030-603A970BF933}"/>
              </a:ext>
            </a:extLst>
          </p:cNvPr>
          <p:cNvSpPr/>
          <p:nvPr/>
        </p:nvSpPr>
        <p:spPr>
          <a:xfrm>
            <a:off x="1344643" y="105507"/>
            <a:ext cx="1250302" cy="391886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R" b="1" dirty="0">
                <a:latin typeface="Helvetica" pitchFamily="2" charset="0"/>
                <a:cs typeface="Arial" panose="020B0604020202020204" pitchFamily="34" charset="0"/>
              </a:rPr>
              <a:t>Source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FAB10D81-3B2B-1EBA-BF01-2D6528A819F6}"/>
              </a:ext>
            </a:extLst>
          </p:cNvPr>
          <p:cNvSpPr/>
          <p:nvPr/>
        </p:nvSpPr>
        <p:spPr>
          <a:xfrm>
            <a:off x="5603556" y="112372"/>
            <a:ext cx="1687416" cy="38502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R" sz="1900" b="1" dirty="0">
                <a:latin typeface="Helvetica" pitchFamily="2" charset="0"/>
                <a:cs typeface="Arial" panose="020B0604020202020204" pitchFamily="34" charset="0"/>
              </a:rPr>
              <a:t>Target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69E2A81-98DE-EC89-BA39-E61B089F31E8}"/>
              </a:ext>
            </a:extLst>
          </p:cNvPr>
          <p:cNvSpPr/>
          <p:nvPr/>
        </p:nvSpPr>
        <p:spPr>
          <a:xfrm>
            <a:off x="540421" y="1844723"/>
            <a:ext cx="2664000" cy="36221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sz="2000" dirty="0">
                <a:latin typeface="Helvetica" pitchFamily="2" charset="0"/>
                <a:cs typeface="Arial" panose="020B0604020202020204" pitchFamily="34" charset="0"/>
              </a:rPr>
              <a:t>MR Registration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BCE1269-EF62-5283-E3ED-337D338925CA}"/>
              </a:ext>
            </a:extLst>
          </p:cNvPr>
          <p:cNvSpPr/>
          <p:nvPr/>
        </p:nvSpPr>
        <p:spPr>
          <a:xfrm>
            <a:off x="540421" y="3120399"/>
            <a:ext cx="2664000" cy="33683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R" sz="2000" dirty="0">
                <a:latin typeface="Helvetica" pitchFamily="2" charset="0"/>
                <a:cs typeface="Arial" panose="020B0604020202020204" pitchFamily="34" charset="0"/>
              </a:rPr>
              <a:t>Data Transfer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357E102-B345-FDF6-4717-42262205E259}"/>
              </a:ext>
            </a:extLst>
          </p:cNvPr>
          <p:cNvCxnSpPr>
            <a:cxnSpLocks/>
          </p:cNvCxnSpPr>
          <p:nvPr/>
        </p:nvCxnSpPr>
        <p:spPr>
          <a:xfrm>
            <a:off x="1980421" y="2424910"/>
            <a:ext cx="3167892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94CD82D-6BE1-8499-0D43-7177841EDF39}"/>
              </a:ext>
            </a:extLst>
          </p:cNvPr>
          <p:cNvCxnSpPr>
            <a:cxnSpLocks/>
          </p:cNvCxnSpPr>
          <p:nvPr/>
        </p:nvCxnSpPr>
        <p:spPr>
          <a:xfrm flipH="1">
            <a:off x="1980421" y="2675232"/>
            <a:ext cx="3167892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EF1C205-5CEF-0477-0A87-5BE638C442EE}"/>
              </a:ext>
            </a:extLst>
          </p:cNvPr>
          <p:cNvCxnSpPr>
            <a:cxnSpLocks/>
          </p:cNvCxnSpPr>
          <p:nvPr/>
        </p:nvCxnSpPr>
        <p:spPr>
          <a:xfrm>
            <a:off x="1980421" y="3683357"/>
            <a:ext cx="3167892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82A6F7E-40D0-85D2-9655-42069618D84A}"/>
              </a:ext>
            </a:extLst>
          </p:cNvPr>
          <p:cNvCxnSpPr>
            <a:cxnSpLocks/>
          </p:cNvCxnSpPr>
          <p:nvPr/>
        </p:nvCxnSpPr>
        <p:spPr>
          <a:xfrm flipH="1">
            <a:off x="1980421" y="3888367"/>
            <a:ext cx="3167892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7989CCA-80BD-13A2-ABFA-4C766AA11AEE}"/>
              </a:ext>
            </a:extLst>
          </p:cNvPr>
          <p:cNvSpPr txBox="1"/>
          <p:nvPr/>
        </p:nvSpPr>
        <p:spPr>
          <a:xfrm>
            <a:off x="3567965" y="3843212"/>
            <a:ext cx="994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R" dirty="0">
                <a:latin typeface="Helvetica" pitchFamily="2" charset="0"/>
                <a:cs typeface="Arial" panose="020B0604020202020204" pitchFamily="34" charset="0"/>
              </a:rPr>
              <a:t>OK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5BBA75-ED66-DC4E-59DB-BC6BB963AC64}"/>
              </a:ext>
            </a:extLst>
          </p:cNvPr>
          <p:cNvSpPr txBox="1"/>
          <p:nvPr/>
        </p:nvSpPr>
        <p:spPr>
          <a:xfrm>
            <a:off x="2554989" y="2652894"/>
            <a:ext cx="2704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R" dirty="0">
                <a:latin typeface="Helvetica" pitchFamily="2" charset="0"/>
                <a:cs typeface="Arial" panose="020B0604020202020204" pitchFamily="34" charset="0"/>
              </a:rPr>
              <a:t>MR pointers and keys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F999507-64FF-2428-38B5-17012A9E74B8}"/>
              </a:ext>
            </a:extLst>
          </p:cNvPr>
          <p:cNvSpPr/>
          <p:nvPr/>
        </p:nvSpPr>
        <p:spPr>
          <a:xfrm>
            <a:off x="108421" y="3085169"/>
            <a:ext cx="372267" cy="3725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G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3EBEB41-9F43-56E3-F6E3-992E45F29B0D}"/>
              </a:ext>
            </a:extLst>
          </p:cNvPr>
          <p:cNvSpPr/>
          <p:nvPr/>
        </p:nvSpPr>
        <p:spPr>
          <a:xfrm>
            <a:off x="108421" y="1834341"/>
            <a:ext cx="372267" cy="3725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G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0628618-1597-FBDB-55B9-19D51257F6E9}"/>
              </a:ext>
            </a:extLst>
          </p:cNvPr>
          <p:cNvCxnSpPr>
            <a:cxnSpLocks/>
          </p:cNvCxnSpPr>
          <p:nvPr/>
        </p:nvCxnSpPr>
        <p:spPr>
          <a:xfrm>
            <a:off x="6431590" y="482119"/>
            <a:ext cx="0" cy="433157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38">
            <a:extLst>
              <a:ext uri="{FF2B5EF4-FFF2-40B4-BE49-F238E27FC236}">
                <a16:creationId xmlns:a16="http://schemas.microsoft.com/office/drawing/2014/main" id="{6096EB1E-BA61-1B2E-3D16-2B81D8B8AF5F}"/>
              </a:ext>
            </a:extLst>
          </p:cNvPr>
          <p:cNvSpPr/>
          <p:nvPr/>
        </p:nvSpPr>
        <p:spPr>
          <a:xfrm>
            <a:off x="5148313" y="2207040"/>
            <a:ext cx="2520000" cy="6120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sz="2000" dirty="0">
                <a:latin typeface="Helvetica" pitchFamily="2" charset="0"/>
                <a:cs typeface="Arial" panose="020B0604020202020204" pitchFamily="34" charset="0"/>
              </a:rPr>
              <a:t>MR Allocation </a:t>
            </a:r>
          </a:p>
          <a:p>
            <a:pPr algn="ctr"/>
            <a:r>
              <a:rPr lang="en-GR" sz="2000" dirty="0">
                <a:latin typeface="Helvetica" pitchFamily="2" charset="0"/>
                <a:cs typeface="Arial" panose="020B0604020202020204" pitchFamily="34" charset="0"/>
              </a:rPr>
              <a:t>&amp; Registration</a:t>
            </a:r>
          </a:p>
        </p:txBody>
      </p:sp>
      <p:sp>
        <p:nvSpPr>
          <p:cNvPr id="12" name="Rounded Rectangle 41">
            <a:extLst>
              <a:ext uri="{FF2B5EF4-FFF2-40B4-BE49-F238E27FC236}">
                <a16:creationId xmlns:a16="http://schemas.microsoft.com/office/drawing/2014/main" id="{4064FEEB-5301-E7B6-55F1-0EEBE835C891}"/>
              </a:ext>
            </a:extLst>
          </p:cNvPr>
          <p:cNvSpPr/>
          <p:nvPr/>
        </p:nvSpPr>
        <p:spPr>
          <a:xfrm>
            <a:off x="5148313" y="3594744"/>
            <a:ext cx="2520000" cy="35074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sz="2000" dirty="0">
                <a:latin typeface="Helvetica" pitchFamily="2" charset="0"/>
                <a:cs typeface="Arial" panose="020B0604020202020204" pitchFamily="34" charset="0"/>
              </a:rPr>
              <a:t>Index Update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EA6FF5A-902B-DF65-C4C5-2921A710C89F}"/>
              </a:ext>
            </a:extLst>
          </p:cNvPr>
          <p:cNvSpPr/>
          <p:nvPr/>
        </p:nvSpPr>
        <p:spPr>
          <a:xfrm>
            <a:off x="7776313" y="3567277"/>
            <a:ext cx="372267" cy="3725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G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8718A63-ABCC-F846-DB88-C9AF3DA99833}"/>
              </a:ext>
            </a:extLst>
          </p:cNvPr>
          <p:cNvSpPr/>
          <p:nvPr/>
        </p:nvSpPr>
        <p:spPr>
          <a:xfrm>
            <a:off x="7776313" y="2341640"/>
            <a:ext cx="372267" cy="3725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G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20">
            <a:extLst>
              <a:ext uri="{FF2B5EF4-FFF2-40B4-BE49-F238E27FC236}">
                <a16:creationId xmlns:a16="http://schemas.microsoft.com/office/drawing/2014/main" id="{5E1D075C-09D9-BCA4-23ED-9DBD59389B2D}"/>
              </a:ext>
            </a:extLst>
          </p:cNvPr>
          <p:cNvSpPr/>
          <p:nvPr/>
        </p:nvSpPr>
        <p:spPr>
          <a:xfrm>
            <a:off x="549489" y="647320"/>
            <a:ext cx="2664000" cy="35841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R" sz="2000" dirty="0">
                <a:latin typeface="Helvetica" pitchFamily="2" charset="0"/>
                <a:cs typeface="Arial" panose="020B0604020202020204" pitchFamily="34" charset="0"/>
              </a:rPr>
              <a:t>Ownership Transfer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CEE5990-8636-05F2-A9D6-F762C54EDF60}"/>
              </a:ext>
            </a:extLst>
          </p:cNvPr>
          <p:cNvSpPr/>
          <p:nvPr/>
        </p:nvSpPr>
        <p:spPr>
          <a:xfrm>
            <a:off x="117489" y="657728"/>
            <a:ext cx="348836" cy="32346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G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8B9A1BB-CA11-81E5-4780-0B411B161489}"/>
              </a:ext>
            </a:extLst>
          </p:cNvPr>
          <p:cNvCxnSpPr>
            <a:cxnSpLocks/>
          </p:cNvCxnSpPr>
          <p:nvPr/>
        </p:nvCxnSpPr>
        <p:spPr>
          <a:xfrm>
            <a:off x="3265803" y="821942"/>
            <a:ext cx="31657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Rounded Rectangle 5">
            <a:extLst>
              <a:ext uri="{FF2B5EF4-FFF2-40B4-BE49-F238E27FC236}">
                <a16:creationId xmlns:a16="http://schemas.microsoft.com/office/drawing/2014/main" id="{D4B4831B-E8D7-94C1-68BB-66AD22E7A125}"/>
              </a:ext>
            </a:extLst>
          </p:cNvPr>
          <p:cNvSpPr/>
          <p:nvPr/>
        </p:nvSpPr>
        <p:spPr>
          <a:xfrm>
            <a:off x="10146879" y="112372"/>
            <a:ext cx="1687416" cy="38502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900" b="1" dirty="0">
                <a:latin typeface="Helvetica" pitchFamily="2" charset="0"/>
                <a:cs typeface="Arial" panose="020B0604020202020204" pitchFamily="34" charset="0"/>
              </a:rPr>
              <a:t>Clients</a:t>
            </a:r>
            <a:endParaRPr lang="en-GR" sz="1900" b="1" dirty="0"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1F6F46B-BA18-A7E7-5064-171EB62C94FD}"/>
              </a:ext>
            </a:extLst>
          </p:cNvPr>
          <p:cNvCxnSpPr>
            <a:cxnSpLocks/>
          </p:cNvCxnSpPr>
          <p:nvPr/>
        </p:nvCxnSpPr>
        <p:spPr>
          <a:xfrm>
            <a:off x="11013334" y="480480"/>
            <a:ext cx="0" cy="433157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EFF4099-9CCD-F765-6038-3E1D0C805298}"/>
              </a:ext>
            </a:extLst>
          </p:cNvPr>
          <p:cNvCxnSpPr>
            <a:cxnSpLocks/>
          </p:cNvCxnSpPr>
          <p:nvPr/>
        </p:nvCxnSpPr>
        <p:spPr>
          <a:xfrm>
            <a:off x="6431590" y="1119485"/>
            <a:ext cx="4581744" cy="0"/>
          </a:xfrm>
          <a:prstGeom prst="straightConnector1">
            <a:avLst/>
          </a:prstGeom>
          <a:ln>
            <a:prstDash val="dashDot"/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55CF0DD-E948-68EA-A426-DD69BB69582C}"/>
              </a:ext>
            </a:extLst>
          </p:cNvPr>
          <p:cNvSpPr txBox="1"/>
          <p:nvPr/>
        </p:nvSpPr>
        <p:spPr>
          <a:xfrm>
            <a:off x="8148581" y="796523"/>
            <a:ext cx="844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Helvetica" pitchFamily="2" charset="0"/>
                <a:cs typeface="Arial" panose="020B0604020202020204" pitchFamily="34" charset="0"/>
              </a:rPr>
              <a:t>Writes</a:t>
            </a:r>
            <a:endParaRPr lang="en-GR" dirty="0"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54AC7F8-FA2B-109A-F9CD-968D8247EA1F}"/>
              </a:ext>
            </a:extLst>
          </p:cNvPr>
          <p:cNvCxnSpPr>
            <a:cxnSpLocks/>
          </p:cNvCxnSpPr>
          <p:nvPr/>
        </p:nvCxnSpPr>
        <p:spPr>
          <a:xfrm>
            <a:off x="1980421" y="1613529"/>
            <a:ext cx="9032913" cy="0"/>
          </a:xfrm>
          <a:prstGeom prst="straightConnector1">
            <a:avLst/>
          </a:prstGeom>
          <a:ln>
            <a:prstDash val="dashDot"/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CCCC8A5-A262-EBE5-F36F-C25561360B03}"/>
              </a:ext>
            </a:extLst>
          </p:cNvPr>
          <p:cNvCxnSpPr>
            <a:cxnSpLocks/>
          </p:cNvCxnSpPr>
          <p:nvPr/>
        </p:nvCxnSpPr>
        <p:spPr>
          <a:xfrm flipV="1">
            <a:off x="6431590" y="1613529"/>
            <a:ext cx="4581744" cy="365996"/>
          </a:xfrm>
          <a:prstGeom prst="straightConnector1">
            <a:avLst/>
          </a:prstGeom>
          <a:ln>
            <a:prstDash val="dashDot"/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24A72BE3-9108-8E02-82C2-4A57775B9BD5}"/>
              </a:ext>
            </a:extLst>
          </p:cNvPr>
          <p:cNvSpPr txBox="1"/>
          <p:nvPr/>
        </p:nvSpPr>
        <p:spPr>
          <a:xfrm rot="21337078">
            <a:off x="8563928" y="1805064"/>
            <a:ext cx="1052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Helvetica" pitchFamily="2" charset="0"/>
                <a:cs typeface="Arial" panose="020B0604020202020204" pitchFamily="34" charset="0"/>
              </a:rPr>
              <a:t>Read 2</a:t>
            </a:r>
            <a:endParaRPr lang="en-GR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876004D-6D88-BA6B-3E67-6D7F93436949}"/>
              </a:ext>
            </a:extLst>
          </p:cNvPr>
          <p:cNvSpPr txBox="1"/>
          <p:nvPr/>
        </p:nvSpPr>
        <p:spPr>
          <a:xfrm>
            <a:off x="8545262" y="1257782"/>
            <a:ext cx="1052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Helvetica" pitchFamily="2" charset="0"/>
                <a:cs typeface="Arial" panose="020B0604020202020204" pitchFamily="34" charset="0"/>
              </a:rPr>
              <a:t>Read 1</a:t>
            </a:r>
            <a:endParaRPr lang="en-GR" dirty="0">
              <a:latin typeface="Helvetica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331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23313</TotalTime>
  <Words>167</Words>
  <Application>Microsoft Office PowerPoint</Application>
  <PresentationFormat>Widescreen</PresentationFormat>
  <Paragraphs>103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Παρουσίαση του PowerPoint</dc:title>
  <dc:creator>Office</dc:creator>
  <cp:lastModifiedBy>Στράτος Νταλλαρής</cp:lastModifiedBy>
  <cp:revision>110</cp:revision>
  <dcterms:created xsi:type="dcterms:W3CDTF">2025-03-10T20:18:11Z</dcterms:created>
  <dcterms:modified xsi:type="dcterms:W3CDTF">2025-09-09T15:16:25Z</dcterms:modified>
</cp:coreProperties>
</file>